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3" r:id="rId3"/>
    <p:sldId id="355" r:id="rId4"/>
    <p:sldId id="354" r:id="rId5"/>
    <p:sldId id="370" r:id="rId6"/>
    <p:sldId id="362" r:id="rId7"/>
    <p:sldId id="361" r:id="rId8"/>
    <p:sldId id="363" r:id="rId9"/>
    <p:sldId id="364" r:id="rId10"/>
    <p:sldId id="365" r:id="rId11"/>
    <p:sldId id="373" r:id="rId12"/>
    <p:sldId id="367" r:id="rId13"/>
    <p:sldId id="366" r:id="rId14"/>
    <p:sldId id="368" r:id="rId15"/>
    <p:sldId id="374" r:id="rId16"/>
    <p:sldId id="369" r:id="rId17"/>
    <p:sldId id="376" r:id="rId18"/>
    <p:sldId id="378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ampanha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403"/>
          <p:cNvSpPr>
            <a:spLocks noChangeAspect="1" noChangeArrowheads="1" noTextEdit="1"/>
          </p:cNvSpPr>
          <p:nvPr userDrawn="1"/>
        </p:nvSpPr>
        <p:spPr bwMode="auto">
          <a:xfrm>
            <a:off x="1061" y="-8173"/>
            <a:ext cx="12190940" cy="68696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800"/>
          </a:p>
        </p:txBody>
      </p:sp>
      <p:sp>
        <p:nvSpPr>
          <p:cNvPr id="51" name="Forma Livre 50"/>
          <p:cNvSpPr/>
          <p:nvPr userDrawn="1"/>
        </p:nvSpPr>
        <p:spPr>
          <a:xfrm>
            <a:off x="1061" y="3865958"/>
            <a:ext cx="5778257" cy="2998392"/>
          </a:xfrm>
          <a:custGeom>
            <a:avLst/>
            <a:gdLst>
              <a:gd name="connsiteX0" fmla="*/ 0 w 4333693"/>
              <a:gd name="connsiteY0" fmla="*/ 2961636 h 2998392"/>
              <a:gd name="connsiteX1" fmla="*/ 52973 w 4333693"/>
              <a:gd name="connsiteY1" fmla="*/ 2998392 h 2998392"/>
              <a:gd name="connsiteX2" fmla="*/ 6420 w 4333693"/>
              <a:gd name="connsiteY2" fmla="*/ 2998392 h 2998392"/>
              <a:gd name="connsiteX3" fmla="*/ 0 w 4333693"/>
              <a:gd name="connsiteY3" fmla="*/ 2993939 h 2998392"/>
              <a:gd name="connsiteX4" fmla="*/ 0 w 4333693"/>
              <a:gd name="connsiteY4" fmla="*/ 2886065 h 2998392"/>
              <a:gd name="connsiteX5" fmla="*/ 162009 w 4333693"/>
              <a:gd name="connsiteY5" fmla="*/ 2998392 h 2998392"/>
              <a:gd name="connsiteX6" fmla="*/ 110425 w 4333693"/>
              <a:gd name="connsiteY6" fmla="*/ 2998392 h 2998392"/>
              <a:gd name="connsiteX7" fmla="*/ 0 w 4333693"/>
              <a:gd name="connsiteY7" fmla="*/ 2921806 h 2998392"/>
              <a:gd name="connsiteX8" fmla="*/ 0 w 4333693"/>
              <a:gd name="connsiteY8" fmla="*/ 2815687 h 2998392"/>
              <a:gd name="connsiteX9" fmla="*/ 263489 w 4333693"/>
              <a:gd name="connsiteY9" fmla="*/ 2998392 h 2998392"/>
              <a:gd name="connsiteX10" fmla="*/ 218840 w 4333693"/>
              <a:gd name="connsiteY10" fmla="*/ 2998392 h 2998392"/>
              <a:gd name="connsiteX11" fmla="*/ 0 w 4333693"/>
              <a:gd name="connsiteY11" fmla="*/ 2846594 h 2998392"/>
              <a:gd name="connsiteX12" fmla="*/ 0 w 4333693"/>
              <a:gd name="connsiteY12" fmla="*/ 2742339 h 2998392"/>
              <a:gd name="connsiteX13" fmla="*/ 369186 w 4333693"/>
              <a:gd name="connsiteY13" fmla="*/ 2998392 h 2998392"/>
              <a:gd name="connsiteX14" fmla="*/ 322226 w 4333693"/>
              <a:gd name="connsiteY14" fmla="*/ 2998392 h 2998392"/>
              <a:gd name="connsiteX15" fmla="*/ 0 w 4333693"/>
              <a:gd name="connsiteY15" fmla="*/ 2774958 h 2998392"/>
              <a:gd name="connsiteX16" fmla="*/ 0 w 4333693"/>
              <a:gd name="connsiteY16" fmla="*/ 2671285 h 2998392"/>
              <a:gd name="connsiteX17" fmla="*/ 471785 w 4333693"/>
              <a:gd name="connsiteY17" fmla="*/ 2998392 h 2998392"/>
              <a:gd name="connsiteX18" fmla="*/ 424750 w 4333693"/>
              <a:gd name="connsiteY18" fmla="*/ 2998392 h 2998392"/>
              <a:gd name="connsiteX19" fmla="*/ 0 w 4333693"/>
              <a:gd name="connsiteY19" fmla="*/ 2703801 h 2998392"/>
              <a:gd name="connsiteX20" fmla="*/ 0 w 4333693"/>
              <a:gd name="connsiteY20" fmla="*/ 2598690 h 2998392"/>
              <a:gd name="connsiteX21" fmla="*/ 576431 w 4333693"/>
              <a:gd name="connsiteY21" fmla="*/ 2998392 h 2998392"/>
              <a:gd name="connsiteX22" fmla="*/ 530522 w 4333693"/>
              <a:gd name="connsiteY22" fmla="*/ 2998392 h 2998392"/>
              <a:gd name="connsiteX23" fmla="*/ 0 w 4333693"/>
              <a:gd name="connsiteY23" fmla="*/ 2630561 h 2998392"/>
              <a:gd name="connsiteX24" fmla="*/ 0 w 4333693"/>
              <a:gd name="connsiteY24" fmla="*/ 2527509 h 2998392"/>
              <a:gd name="connsiteX25" fmla="*/ 678933 w 4333693"/>
              <a:gd name="connsiteY25" fmla="*/ 2998392 h 2998392"/>
              <a:gd name="connsiteX26" fmla="*/ 632601 w 4333693"/>
              <a:gd name="connsiteY26" fmla="*/ 2998392 h 2998392"/>
              <a:gd name="connsiteX27" fmla="*/ 0 w 4333693"/>
              <a:gd name="connsiteY27" fmla="*/ 2559643 h 2998392"/>
              <a:gd name="connsiteX28" fmla="*/ 0 w 4333693"/>
              <a:gd name="connsiteY28" fmla="*/ 2456261 h 2998392"/>
              <a:gd name="connsiteX29" fmla="*/ 781312 w 4333693"/>
              <a:gd name="connsiteY29" fmla="*/ 2998392 h 2998392"/>
              <a:gd name="connsiteX30" fmla="*/ 735694 w 4333693"/>
              <a:gd name="connsiteY30" fmla="*/ 2998392 h 2998392"/>
              <a:gd name="connsiteX31" fmla="*/ 0 w 4333693"/>
              <a:gd name="connsiteY31" fmla="*/ 2487914 h 2998392"/>
              <a:gd name="connsiteX32" fmla="*/ 0 w 4333693"/>
              <a:gd name="connsiteY32" fmla="*/ 2380178 h 2998392"/>
              <a:gd name="connsiteX33" fmla="*/ 891359 w 4333693"/>
              <a:gd name="connsiteY33" fmla="*/ 2998392 h 2998392"/>
              <a:gd name="connsiteX34" fmla="*/ 838862 w 4333693"/>
              <a:gd name="connsiteY34" fmla="*/ 2998392 h 2998392"/>
              <a:gd name="connsiteX35" fmla="*/ 0 w 4333693"/>
              <a:gd name="connsiteY35" fmla="*/ 2416589 h 2998392"/>
              <a:gd name="connsiteX36" fmla="*/ 0 w 4333693"/>
              <a:gd name="connsiteY36" fmla="*/ 2309760 h 2998392"/>
              <a:gd name="connsiteX37" fmla="*/ 993432 w 4333693"/>
              <a:gd name="connsiteY37" fmla="*/ 2998392 h 2998392"/>
              <a:gd name="connsiteX38" fmla="*/ 948094 w 4333693"/>
              <a:gd name="connsiteY38" fmla="*/ 2998392 h 2998392"/>
              <a:gd name="connsiteX39" fmla="*/ 0 w 4333693"/>
              <a:gd name="connsiteY39" fmla="*/ 2340535 h 2998392"/>
              <a:gd name="connsiteX40" fmla="*/ 0 w 4333693"/>
              <a:gd name="connsiteY40" fmla="*/ 2237121 h 2998392"/>
              <a:gd name="connsiteX41" fmla="*/ 1097624 w 4333693"/>
              <a:gd name="connsiteY41" fmla="*/ 2998392 h 2998392"/>
              <a:gd name="connsiteX42" fmla="*/ 1052170 w 4333693"/>
              <a:gd name="connsiteY42" fmla="*/ 2998392 h 2998392"/>
              <a:gd name="connsiteX43" fmla="*/ 0 w 4333693"/>
              <a:gd name="connsiteY43" fmla="*/ 2269044 h 2998392"/>
              <a:gd name="connsiteX44" fmla="*/ 0 w 4333693"/>
              <a:gd name="connsiteY44" fmla="*/ 2165350 h 2998392"/>
              <a:gd name="connsiteX45" fmla="*/ 1201105 w 4333693"/>
              <a:gd name="connsiteY45" fmla="*/ 2998392 h 2998392"/>
              <a:gd name="connsiteX46" fmla="*/ 1153186 w 4333693"/>
              <a:gd name="connsiteY46" fmla="*/ 2998392 h 2998392"/>
              <a:gd name="connsiteX47" fmla="*/ 0 w 4333693"/>
              <a:gd name="connsiteY47" fmla="*/ 2198585 h 2998392"/>
              <a:gd name="connsiteX48" fmla="*/ 0 w 4333693"/>
              <a:gd name="connsiteY48" fmla="*/ 2092225 h 2998392"/>
              <a:gd name="connsiteX49" fmla="*/ 1306960 w 4333693"/>
              <a:gd name="connsiteY49" fmla="*/ 2998392 h 2998392"/>
              <a:gd name="connsiteX50" fmla="*/ 1259843 w 4333693"/>
              <a:gd name="connsiteY50" fmla="*/ 2998392 h 2998392"/>
              <a:gd name="connsiteX51" fmla="*/ 0 w 4333693"/>
              <a:gd name="connsiteY51" fmla="*/ 2124612 h 2998392"/>
              <a:gd name="connsiteX52" fmla="*/ 0 w 4333693"/>
              <a:gd name="connsiteY52" fmla="*/ 2022293 h 2998392"/>
              <a:gd name="connsiteX53" fmla="*/ 1407369 w 4333693"/>
              <a:gd name="connsiteY53" fmla="*/ 2998392 h 2998392"/>
              <a:gd name="connsiteX54" fmla="*/ 1362523 w 4333693"/>
              <a:gd name="connsiteY54" fmla="*/ 2998392 h 2998392"/>
              <a:gd name="connsiteX55" fmla="*/ 0 w 4333693"/>
              <a:gd name="connsiteY55" fmla="*/ 2053701 h 2998392"/>
              <a:gd name="connsiteX56" fmla="*/ 0 w 4333693"/>
              <a:gd name="connsiteY56" fmla="*/ 1949300 h 2998392"/>
              <a:gd name="connsiteX57" fmla="*/ 1511936 w 4333693"/>
              <a:gd name="connsiteY57" fmla="*/ 2998392 h 2998392"/>
              <a:gd name="connsiteX58" fmla="*/ 1464031 w 4333693"/>
              <a:gd name="connsiteY58" fmla="*/ 2998392 h 2998392"/>
              <a:gd name="connsiteX59" fmla="*/ 0 w 4333693"/>
              <a:gd name="connsiteY59" fmla="*/ 1982540 h 2998392"/>
              <a:gd name="connsiteX60" fmla="*/ 0 w 4333693"/>
              <a:gd name="connsiteY60" fmla="*/ 1874960 h 2998392"/>
              <a:gd name="connsiteX61" fmla="*/ 1619799 w 4333693"/>
              <a:gd name="connsiteY61" fmla="*/ 2998392 h 2998392"/>
              <a:gd name="connsiteX62" fmla="*/ 1569589 w 4333693"/>
              <a:gd name="connsiteY62" fmla="*/ 2998392 h 2998392"/>
              <a:gd name="connsiteX63" fmla="*/ 0 w 4333693"/>
              <a:gd name="connsiteY63" fmla="*/ 1909783 h 2998392"/>
              <a:gd name="connsiteX64" fmla="*/ 0 w 4333693"/>
              <a:gd name="connsiteY64" fmla="*/ 1803822 h 2998392"/>
              <a:gd name="connsiteX65" fmla="*/ 1722751 w 4333693"/>
              <a:gd name="connsiteY65" fmla="*/ 2998392 h 2998392"/>
              <a:gd name="connsiteX66" fmla="*/ 1676430 w 4333693"/>
              <a:gd name="connsiteY66" fmla="*/ 2998392 h 2998392"/>
              <a:gd name="connsiteX67" fmla="*/ 0 w 4333693"/>
              <a:gd name="connsiteY67" fmla="*/ 1835162 h 2998392"/>
              <a:gd name="connsiteX68" fmla="*/ 0 w 4333693"/>
              <a:gd name="connsiteY68" fmla="*/ 1731247 h 2998392"/>
              <a:gd name="connsiteX69" fmla="*/ 1827597 w 4333693"/>
              <a:gd name="connsiteY69" fmla="*/ 2998392 h 2998392"/>
              <a:gd name="connsiteX70" fmla="*/ 1781488 w 4333693"/>
              <a:gd name="connsiteY70" fmla="*/ 2998392 h 2998392"/>
              <a:gd name="connsiteX71" fmla="*/ 0 w 4333693"/>
              <a:gd name="connsiteY71" fmla="*/ 1763094 h 2998392"/>
              <a:gd name="connsiteX72" fmla="*/ 0 w 4333693"/>
              <a:gd name="connsiteY72" fmla="*/ 1660133 h 2998392"/>
              <a:gd name="connsiteX73" fmla="*/ 1929542 w 4333693"/>
              <a:gd name="connsiteY73" fmla="*/ 2998392 h 2998392"/>
              <a:gd name="connsiteX74" fmla="*/ 1883160 w 4333693"/>
              <a:gd name="connsiteY74" fmla="*/ 2998392 h 2998392"/>
              <a:gd name="connsiteX75" fmla="*/ 0 w 4333693"/>
              <a:gd name="connsiteY75" fmla="*/ 1692722 h 2998392"/>
              <a:gd name="connsiteX76" fmla="*/ 0 w 4333693"/>
              <a:gd name="connsiteY76" fmla="*/ 1584978 h 2998392"/>
              <a:gd name="connsiteX77" fmla="*/ 2043775 w 4333693"/>
              <a:gd name="connsiteY77" fmla="*/ 2998392 h 2998392"/>
              <a:gd name="connsiteX78" fmla="*/ 1995763 w 4333693"/>
              <a:gd name="connsiteY78" fmla="*/ 2998392 h 2998392"/>
              <a:gd name="connsiteX79" fmla="*/ 0 w 4333693"/>
              <a:gd name="connsiteY79" fmla="*/ 1618181 h 2998392"/>
              <a:gd name="connsiteX80" fmla="*/ 0 w 4333693"/>
              <a:gd name="connsiteY80" fmla="*/ 1514679 h 2998392"/>
              <a:gd name="connsiteX81" fmla="*/ 2144469 w 4333693"/>
              <a:gd name="connsiteY81" fmla="*/ 2998392 h 2998392"/>
              <a:gd name="connsiteX82" fmla="*/ 2100353 w 4333693"/>
              <a:gd name="connsiteY82" fmla="*/ 2998392 h 2998392"/>
              <a:gd name="connsiteX83" fmla="*/ 0 w 4333693"/>
              <a:gd name="connsiteY83" fmla="*/ 1545202 h 2998392"/>
              <a:gd name="connsiteX84" fmla="*/ 0 w 4333693"/>
              <a:gd name="connsiteY84" fmla="*/ 1443028 h 2998392"/>
              <a:gd name="connsiteX85" fmla="*/ 2248029 w 4333693"/>
              <a:gd name="connsiteY85" fmla="*/ 2998392 h 2998392"/>
              <a:gd name="connsiteX86" fmla="*/ 2200031 w 4333693"/>
              <a:gd name="connsiteY86" fmla="*/ 2998392 h 2998392"/>
              <a:gd name="connsiteX87" fmla="*/ 0 w 4333693"/>
              <a:gd name="connsiteY87" fmla="*/ 1476237 h 2998392"/>
              <a:gd name="connsiteX88" fmla="*/ 0 w 4333693"/>
              <a:gd name="connsiteY88" fmla="*/ 1368027 h 2998392"/>
              <a:gd name="connsiteX89" fmla="*/ 2357951 w 4333693"/>
              <a:gd name="connsiteY89" fmla="*/ 2998392 h 2998392"/>
              <a:gd name="connsiteX90" fmla="*/ 2306765 w 4333693"/>
              <a:gd name="connsiteY90" fmla="*/ 2998392 h 2998392"/>
              <a:gd name="connsiteX91" fmla="*/ 0 w 4333693"/>
              <a:gd name="connsiteY91" fmla="*/ 1402389 h 2998392"/>
              <a:gd name="connsiteX92" fmla="*/ 0 w 4333693"/>
              <a:gd name="connsiteY92" fmla="*/ 1298383 h 2998392"/>
              <a:gd name="connsiteX93" fmla="*/ 2458126 w 4333693"/>
              <a:gd name="connsiteY93" fmla="*/ 2998392 h 2998392"/>
              <a:gd name="connsiteX94" fmla="*/ 2413513 w 4333693"/>
              <a:gd name="connsiteY94" fmla="*/ 2998392 h 2998392"/>
              <a:gd name="connsiteX95" fmla="*/ 0 w 4333693"/>
              <a:gd name="connsiteY95" fmla="*/ 1329610 h 2998392"/>
              <a:gd name="connsiteX96" fmla="*/ 0 w 4333693"/>
              <a:gd name="connsiteY96" fmla="*/ 1224636 h 2998392"/>
              <a:gd name="connsiteX97" fmla="*/ 2564824 w 4333693"/>
              <a:gd name="connsiteY97" fmla="*/ 2998392 h 2998392"/>
              <a:gd name="connsiteX98" fmla="*/ 2515907 w 4333693"/>
              <a:gd name="connsiteY98" fmla="*/ 2998392 h 2998392"/>
              <a:gd name="connsiteX99" fmla="*/ 0 w 4333693"/>
              <a:gd name="connsiteY99" fmla="*/ 1259199 h 2998392"/>
              <a:gd name="connsiteX100" fmla="*/ 0 w 4333693"/>
              <a:gd name="connsiteY100" fmla="*/ 1152600 h 2998392"/>
              <a:gd name="connsiteX101" fmla="*/ 2668656 w 4333693"/>
              <a:gd name="connsiteY101" fmla="*/ 2998392 h 2998392"/>
              <a:gd name="connsiteX102" fmla="*/ 2621328 w 4333693"/>
              <a:gd name="connsiteY102" fmla="*/ 2998392 h 2998392"/>
              <a:gd name="connsiteX103" fmla="*/ 0 w 4333693"/>
              <a:gd name="connsiteY103" fmla="*/ 1184750 h 2998392"/>
              <a:gd name="connsiteX104" fmla="*/ 0 w 4333693"/>
              <a:gd name="connsiteY104" fmla="*/ 1080769 h 2998392"/>
              <a:gd name="connsiteX105" fmla="*/ 2772852 w 4333693"/>
              <a:gd name="connsiteY105" fmla="*/ 2998392 h 2998392"/>
              <a:gd name="connsiteX106" fmla="*/ 2726466 w 4333693"/>
              <a:gd name="connsiteY106" fmla="*/ 2998392 h 2998392"/>
              <a:gd name="connsiteX107" fmla="*/ 0 w 4333693"/>
              <a:gd name="connsiteY107" fmla="*/ 1113457 h 2998392"/>
              <a:gd name="connsiteX108" fmla="*/ 0 w 4333693"/>
              <a:gd name="connsiteY108" fmla="*/ 1008728 h 2998392"/>
              <a:gd name="connsiteX109" fmla="*/ 2875739 w 4333693"/>
              <a:gd name="connsiteY109" fmla="*/ 2998392 h 2998392"/>
              <a:gd name="connsiteX110" fmla="*/ 2829329 w 4333693"/>
              <a:gd name="connsiteY110" fmla="*/ 2998392 h 2998392"/>
              <a:gd name="connsiteX111" fmla="*/ 0 w 4333693"/>
              <a:gd name="connsiteY111" fmla="*/ 1040838 h 2998392"/>
              <a:gd name="connsiteX112" fmla="*/ 0 w 4333693"/>
              <a:gd name="connsiteY112" fmla="*/ 938665 h 2998392"/>
              <a:gd name="connsiteX113" fmla="*/ 2977004 w 4333693"/>
              <a:gd name="connsiteY113" fmla="*/ 2998392 h 2998392"/>
              <a:gd name="connsiteX114" fmla="*/ 2931301 w 4333693"/>
              <a:gd name="connsiteY114" fmla="*/ 2998392 h 2998392"/>
              <a:gd name="connsiteX115" fmla="*/ 0 w 4333693"/>
              <a:gd name="connsiteY115" fmla="*/ 970286 h 2998392"/>
              <a:gd name="connsiteX116" fmla="*/ 0 w 4333693"/>
              <a:gd name="connsiteY116" fmla="*/ 863891 h 2998392"/>
              <a:gd name="connsiteX117" fmla="*/ 3087070 w 4333693"/>
              <a:gd name="connsiteY117" fmla="*/ 2998392 h 2998392"/>
              <a:gd name="connsiteX118" fmla="*/ 3035742 w 4333693"/>
              <a:gd name="connsiteY118" fmla="*/ 2998392 h 2998392"/>
              <a:gd name="connsiteX119" fmla="*/ 0 w 4333693"/>
              <a:gd name="connsiteY119" fmla="*/ 898025 h 2998392"/>
              <a:gd name="connsiteX120" fmla="*/ 0 w 4333693"/>
              <a:gd name="connsiteY120" fmla="*/ 793720 h 2998392"/>
              <a:gd name="connsiteX121" fmla="*/ 3188874 w 4333693"/>
              <a:gd name="connsiteY121" fmla="*/ 2998392 h 2998392"/>
              <a:gd name="connsiteX122" fmla="*/ 3142635 w 4333693"/>
              <a:gd name="connsiteY122" fmla="*/ 2998392 h 2998392"/>
              <a:gd name="connsiteX123" fmla="*/ 0 w 4333693"/>
              <a:gd name="connsiteY123" fmla="*/ 825471 h 2998392"/>
              <a:gd name="connsiteX124" fmla="*/ 0 w 4333693"/>
              <a:gd name="connsiteY124" fmla="*/ 720427 h 2998392"/>
              <a:gd name="connsiteX125" fmla="*/ 3293902 w 4333693"/>
              <a:gd name="connsiteY125" fmla="*/ 2998392 h 2998392"/>
              <a:gd name="connsiteX126" fmla="*/ 3246755 w 4333693"/>
              <a:gd name="connsiteY126" fmla="*/ 2998392 h 2998392"/>
              <a:gd name="connsiteX127" fmla="*/ 0 w 4333693"/>
              <a:gd name="connsiteY127" fmla="*/ 754704 h 2998392"/>
              <a:gd name="connsiteX128" fmla="*/ 0 w 4333693"/>
              <a:gd name="connsiteY128" fmla="*/ 647178 h 2998392"/>
              <a:gd name="connsiteX129" fmla="*/ 3398302 w 4333693"/>
              <a:gd name="connsiteY129" fmla="*/ 2998392 h 2998392"/>
              <a:gd name="connsiteX130" fmla="*/ 3350305 w 4333693"/>
              <a:gd name="connsiteY130" fmla="*/ 2998392 h 2998392"/>
              <a:gd name="connsiteX131" fmla="*/ 0 w 4333693"/>
              <a:gd name="connsiteY131" fmla="*/ 680386 h 2998392"/>
              <a:gd name="connsiteX132" fmla="*/ 0 w 4333693"/>
              <a:gd name="connsiteY132" fmla="*/ 576562 h 2998392"/>
              <a:gd name="connsiteX133" fmla="*/ 3501928 w 4333693"/>
              <a:gd name="connsiteY133" fmla="*/ 2998392 h 2998392"/>
              <a:gd name="connsiteX134" fmla="*/ 3456212 w 4333693"/>
              <a:gd name="connsiteY134" fmla="*/ 2998392 h 2998392"/>
              <a:gd name="connsiteX135" fmla="*/ 0 w 4333693"/>
              <a:gd name="connsiteY135" fmla="*/ 608178 h 2998392"/>
              <a:gd name="connsiteX136" fmla="*/ 0 w 4333693"/>
              <a:gd name="connsiteY136" fmla="*/ 504364 h 2998392"/>
              <a:gd name="connsiteX137" fmla="*/ 3604716 w 4333693"/>
              <a:gd name="connsiteY137" fmla="*/ 2998392 h 2998392"/>
              <a:gd name="connsiteX138" fmla="*/ 3558305 w 4333693"/>
              <a:gd name="connsiteY138" fmla="*/ 2998392 h 2998392"/>
              <a:gd name="connsiteX139" fmla="*/ 0 w 4333693"/>
              <a:gd name="connsiteY139" fmla="*/ 536475 h 2998392"/>
              <a:gd name="connsiteX140" fmla="*/ 0 w 4333693"/>
              <a:gd name="connsiteY140" fmla="*/ 431979 h 2998392"/>
              <a:gd name="connsiteX141" fmla="*/ 3711731 w 4333693"/>
              <a:gd name="connsiteY141" fmla="*/ 2998392 h 2998392"/>
              <a:gd name="connsiteX142" fmla="*/ 3660278 w 4333693"/>
              <a:gd name="connsiteY142" fmla="*/ 2998392 h 2998392"/>
              <a:gd name="connsiteX143" fmla="*/ 0 w 4333693"/>
              <a:gd name="connsiteY143" fmla="*/ 465922 h 2998392"/>
              <a:gd name="connsiteX144" fmla="*/ 0 w 4333693"/>
              <a:gd name="connsiteY144" fmla="*/ 359752 h 2998392"/>
              <a:gd name="connsiteX145" fmla="*/ 3816191 w 4333693"/>
              <a:gd name="connsiteY145" fmla="*/ 2998392 h 2998392"/>
              <a:gd name="connsiteX146" fmla="*/ 3770469 w 4333693"/>
              <a:gd name="connsiteY146" fmla="*/ 2998392 h 2998392"/>
              <a:gd name="connsiteX147" fmla="*/ 0 w 4333693"/>
              <a:gd name="connsiteY147" fmla="*/ 391366 h 2998392"/>
              <a:gd name="connsiteX148" fmla="*/ 0 w 4333693"/>
              <a:gd name="connsiteY148" fmla="*/ 288133 h 2998392"/>
              <a:gd name="connsiteX149" fmla="*/ 3919772 w 4333693"/>
              <a:gd name="connsiteY149" fmla="*/ 2998392 h 2998392"/>
              <a:gd name="connsiteX150" fmla="*/ 3871754 w 4333693"/>
              <a:gd name="connsiteY150" fmla="*/ 2998392 h 2998392"/>
              <a:gd name="connsiteX151" fmla="*/ 0 w 4333693"/>
              <a:gd name="connsiteY151" fmla="*/ 321333 h 2998392"/>
              <a:gd name="connsiteX152" fmla="*/ 0 w 4333693"/>
              <a:gd name="connsiteY152" fmla="*/ 215901 h 2998392"/>
              <a:gd name="connsiteX153" fmla="*/ 4024735 w 4333693"/>
              <a:gd name="connsiteY153" fmla="*/ 2998392 h 2998392"/>
              <a:gd name="connsiteX154" fmla="*/ 3976544 w 4333693"/>
              <a:gd name="connsiteY154" fmla="*/ 2998392 h 2998392"/>
              <a:gd name="connsiteX155" fmla="*/ 0 w 4333693"/>
              <a:gd name="connsiteY155" fmla="*/ 249493 h 2998392"/>
              <a:gd name="connsiteX156" fmla="*/ 0 w 4333693"/>
              <a:gd name="connsiteY156" fmla="*/ 142814 h 2998392"/>
              <a:gd name="connsiteX157" fmla="*/ 4127279 w 4333693"/>
              <a:gd name="connsiteY157" fmla="*/ 2998392 h 2998392"/>
              <a:gd name="connsiteX158" fmla="*/ 4081039 w 4333693"/>
              <a:gd name="connsiteY158" fmla="*/ 2998392 h 2998392"/>
              <a:gd name="connsiteX159" fmla="*/ 0 w 4333693"/>
              <a:gd name="connsiteY159" fmla="*/ 175716 h 2998392"/>
              <a:gd name="connsiteX160" fmla="*/ 0 w 4333693"/>
              <a:gd name="connsiteY160" fmla="*/ 70766 h 2998392"/>
              <a:gd name="connsiteX161" fmla="*/ 4233300 w 4333693"/>
              <a:gd name="connsiteY161" fmla="*/ 2998392 h 2998392"/>
              <a:gd name="connsiteX162" fmla="*/ 4185288 w 4333693"/>
              <a:gd name="connsiteY162" fmla="*/ 2998392 h 2998392"/>
              <a:gd name="connsiteX163" fmla="*/ 0 w 4333693"/>
              <a:gd name="connsiteY163" fmla="*/ 103970 h 2998392"/>
              <a:gd name="connsiteX164" fmla="*/ 0 w 4333693"/>
              <a:gd name="connsiteY164" fmla="*/ 0 h 2998392"/>
              <a:gd name="connsiteX165" fmla="*/ 4333693 w 4333693"/>
              <a:gd name="connsiteY165" fmla="*/ 2998392 h 2998392"/>
              <a:gd name="connsiteX166" fmla="*/ 4289578 w 4333693"/>
              <a:gd name="connsiteY166" fmla="*/ 2998392 h 2998392"/>
              <a:gd name="connsiteX167" fmla="*/ 0 w 4333693"/>
              <a:gd name="connsiteY167" fmla="*/ 30523 h 2998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4333693" h="2998392">
                <a:moveTo>
                  <a:pt x="0" y="2961636"/>
                </a:moveTo>
                <a:lnTo>
                  <a:pt x="52973" y="2998392"/>
                </a:lnTo>
                <a:lnTo>
                  <a:pt x="6420" y="2998392"/>
                </a:lnTo>
                <a:lnTo>
                  <a:pt x="0" y="2993939"/>
                </a:lnTo>
                <a:close/>
                <a:moveTo>
                  <a:pt x="0" y="2886065"/>
                </a:moveTo>
                <a:lnTo>
                  <a:pt x="162009" y="2998392"/>
                </a:lnTo>
                <a:lnTo>
                  <a:pt x="110425" y="2998392"/>
                </a:lnTo>
                <a:lnTo>
                  <a:pt x="0" y="2921806"/>
                </a:lnTo>
                <a:close/>
                <a:moveTo>
                  <a:pt x="0" y="2815687"/>
                </a:moveTo>
                <a:lnTo>
                  <a:pt x="263489" y="2998392"/>
                </a:lnTo>
                <a:lnTo>
                  <a:pt x="218840" y="2998392"/>
                </a:lnTo>
                <a:lnTo>
                  <a:pt x="0" y="2846594"/>
                </a:lnTo>
                <a:close/>
                <a:moveTo>
                  <a:pt x="0" y="2742339"/>
                </a:moveTo>
                <a:lnTo>
                  <a:pt x="369186" y="2998392"/>
                </a:lnTo>
                <a:lnTo>
                  <a:pt x="322226" y="2998392"/>
                </a:lnTo>
                <a:lnTo>
                  <a:pt x="0" y="2774958"/>
                </a:lnTo>
                <a:close/>
                <a:moveTo>
                  <a:pt x="0" y="2671285"/>
                </a:moveTo>
                <a:lnTo>
                  <a:pt x="471785" y="2998392"/>
                </a:lnTo>
                <a:lnTo>
                  <a:pt x="424750" y="2998392"/>
                </a:lnTo>
                <a:lnTo>
                  <a:pt x="0" y="2703801"/>
                </a:lnTo>
                <a:close/>
                <a:moveTo>
                  <a:pt x="0" y="2598690"/>
                </a:moveTo>
                <a:lnTo>
                  <a:pt x="576431" y="2998392"/>
                </a:lnTo>
                <a:lnTo>
                  <a:pt x="530522" y="2998392"/>
                </a:lnTo>
                <a:lnTo>
                  <a:pt x="0" y="2630561"/>
                </a:lnTo>
                <a:close/>
                <a:moveTo>
                  <a:pt x="0" y="2527509"/>
                </a:moveTo>
                <a:lnTo>
                  <a:pt x="678933" y="2998392"/>
                </a:lnTo>
                <a:lnTo>
                  <a:pt x="632601" y="2998392"/>
                </a:lnTo>
                <a:lnTo>
                  <a:pt x="0" y="2559643"/>
                </a:lnTo>
                <a:close/>
                <a:moveTo>
                  <a:pt x="0" y="2456261"/>
                </a:moveTo>
                <a:lnTo>
                  <a:pt x="781312" y="2998392"/>
                </a:lnTo>
                <a:lnTo>
                  <a:pt x="735694" y="2998392"/>
                </a:lnTo>
                <a:lnTo>
                  <a:pt x="0" y="2487914"/>
                </a:lnTo>
                <a:close/>
                <a:moveTo>
                  <a:pt x="0" y="2380178"/>
                </a:moveTo>
                <a:lnTo>
                  <a:pt x="891359" y="2998392"/>
                </a:lnTo>
                <a:lnTo>
                  <a:pt x="838862" y="2998392"/>
                </a:lnTo>
                <a:lnTo>
                  <a:pt x="0" y="2416589"/>
                </a:lnTo>
                <a:close/>
                <a:moveTo>
                  <a:pt x="0" y="2309760"/>
                </a:moveTo>
                <a:lnTo>
                  <a:pt x="993432" y="2998392"/>
                </a:lnTo>
                <a:lnTo>
                  <a:pt x="948094" y="2998392"/>
                </a:lnTo>
                <a:lnTo>
                  <a:pt x="0" y="2340535"/>
                </a:lnTo>
                <a:close/>
                <a:moveTo>
                  <a:pt x="0" y="2237121"/>
                </a:moveTo>
                <a:lnTo>
                  <a:pt x="1097624" y="2998392"/>
                </a:lnTo>
                <a:lnTo>
                  <a:pt x="1052170" y="2998392"/>
                </a:lnTo>
                <a:lnTo>
                  <a:pt x="0" y="2269044"/>
                </a:lnTo>
                <a:close/>
                <a:moveTo>
                  <a:pt x="0" y="2165350"/>
                </a:moveTo>
                <a:lnTo>
                  <a:pt x="1201105" y="2998392"/>
                </a:lnTo>
                <a:lnTo>
                  <a:pt x="1153186" y="2998392"/>
                </a:lnTo>
                <a:lnTo>
                  <a:pt x="0" y="2198585"/>
                </a:lnTo>
                <a:close/>
                <a:moveTo>
                  <a:pt x="0" y="2092225"/>
                </a:moveTo>
                <a:lnTo>
                  <a:pt x="1306960" y="2998392"/>
                </a:lnTo>
                <a:lnTo>
                  <a:pt x="1259843" y="2998392"/>
                </a:lnTo>
                <a:lnTo>
                  <a:pt x="0" y="2124612"/>
                </a:lnTo>
                <a:close/>
                <a:moveTo>
                  <a:pt x="0" y="2022293"/>
                </a:moveTo>
                <a:lnTo>
                  <a:pt x="1407369" y="2998392"/>
                </a:lnTo>
                <a:lnTo>
                  <a:pt x="1362523" y="2998392"/>
                </a:lnTo>
                <a:lnTo>
                  <a:pt x="0" y="2053701"/>
                </a:lnTo>
                <a:close/>
                <a:moveTo>
                  <a:pt x="0" y="1949300"/>
                </a:moveTo>
                <a:lnTo>
                  <a:pt x="1511936" y="2998392"/>
                </a:lnTo>
                <a:lnTo>
                  <a:pt x="1464031" y="2998392"/>
                </a:lnTo>
                <a:lnTo>
                  <a:pt x="0" y="1982540"/>
                </a:lnTo>
                <a:close/>
                <a:moveTo>
                  <a:pt x="0" y="1874960"/>
                </a:moveTo>
                <a:lnTo>
                  <a:pt x="1619799" y="2998392"/>
                </a:lnTo>
                <a:lnTo>
                  <a:pt x="1569589" y="2998392"/>
                </a:lnTo>
                <a:lnTo>
                  <a:pt x="0" y="1909783"/>
                </a:lnTo>
                <a:close/>
                <a:moveTo>
                  <a:pt x="0" y="1803822"/>
                </a:moveTo>
                <a:lnTo>
                  <a:pt x="1722751" y="2998392"/>
                </a:lnTo>
                <a:lnTo>
                  <a:pt x="1676430" y="2998392"/>
                </a:lnTo>
                <a:lnTo>
                  <a:pt x="0" y="1835162"/>
                </a:lnTo>
                <a:close/>
                <a:moveTo>
                  <a:pt x="0" y="1731247"/>
                </a:moveTo>
                <a:lnTo>
                  <a:pt x="1827597" y="2998392"/>
                </a:lnTo>
                <a:lnTo>
                  <a:pt x="1781488" y="2998392"/>
                </a:lnTo>
                <a:lnTo>
                  <a:pt x="0" y="1763094"/>
                </a:lnTo>
                <a:close/>
                <a:moveTo>
                  <a:pt x="0" y="1660133"/>
                </a:moveTo>
                <a:lnTo>
                  <a:pt x="1929542" y="2998392"/>
                </a:lnTo>
                <a:lnTo>
                  <a:pt x="1883160" y="2998392"/>
                </a:lnTo>
                <a:lnTo>
                  <a:pt x="0" y="1692722"/>
                </a:lnTo>
                <a:close/>
                <a:moveTo>
                  <a:pt x="0" y="1584978"/>
                </a:moveTo>
                <a:lnTo>
                  <a:pt x="2043775" y="2998392"/>
                </a:lnTo>
                <a:lnTo>
                  <a:pt x="1995763" y="2998392"/>
                </a:lnTo>
                <a:lnTo>
                  <a:pt x="0" y="1618181"/>
                </a:lnTo>
                <a:close/>
                <a:moveTo>
                  <a:pt x="0" y="1514679"/>
                </a:moveTo>
                <a:lnTo>
                  <a:pt x="2144469" y="2998392"/>
                </a:lnTo>
                <a:lnTo>
                  <a:pt x="2100353" y="2998392"/>
                </a:lnTo>
                <a:lnTo>
                  <a:pt x="0" y="1545202"/>
                </a:lnTo>
                <a:close/>
                <a:moveTo>
                  <a:pt x="0" y="1443028"/>
                </a:moveTo>
                <a:lnTo>
                  <a:pt x="2248029" y="2998392"/>
                </a:lnTo>
                <a:lnTo>
                  <a:pt x="2200031" y="2998392"/>
                </a:lnTo>
                <a:lnTo>
                  <a:pt x="0" y="1476237"/>
                </a:lnTo>
                <a:close/>
                <a:moveTo>
                  <a:pt x="0" y="1368027"/>
                </a:moveTo>
                <a:lnTo>
                  <a:pt x="2357951" y="2998392"/>
                </a:lnTo>
                <a:lnTo>
                  <a:pt x="2306765" y="2998392"/>
                </a:lnTo>
                <a:lnTo>
                  <a:pt x="0" y="1402389"/>
                </a:lnTo>
                <a:close/>
                <a:moveTo>
                  <a:pt x="0" y="1298383"/>
                </a:moveTo>
                <a:lnTo>
                  <a:pt x="2458126" y="2998392"/>
                </a:lnTo>
                <a:lnTo>
                  <a:pt x="2413513" y="2998392"/>
                </a:lnTo>
                <a:lnTo>
                  <a:pt x="0" y="1329610"/>
                </a:lnTo>
                <a:close/>
                <a:moveTo>
                  <a:pt x="0" y="1224636"/>
                </a:moveTo>
                <a:lnTo>
                  <a:pt x="2564824" y="2998392"/>
                </a:lnTo>
                <a:lnTo>
                  <a:pt x="2515907" y="2998392"/>
                </a:lnTo>
                <a:lnTo>
                  <a:pt x="0" y="1259199"/>
                </a:lnTo>
                <a:close/>
                <a:moveTo>
                  <a:pt x="0" y="1152600"/>
                </a:moveTo>
                <a:lnTo>
                  <a:pt x="2668656" y="2998392"/>
                </a:lnTo>
                <a:lnTo>
                  <a:pt x="2621328" y="2998392"/>
                </a:lnTo>
                <a:lnTo>
                  <a:pt x="0" y="1184750"/>
                </a:lnTo>
                <a:close/>
                <a:moveTo>
                  <a:pt x="0" y="1080769"/>
                </a:moveTo>
                <a:lnTo>
                  <a:pt x="2772852" y="2998392"/>
                </a:lnTo>
                <a:lnTo>
                  <a:pt x="2726466" y="2998392"/>
                </a:lnTo>
                <a:lnTo>
                  <a:pt x="0" y="1113457"/>
                </a:lnTo>
                <a:close/>
                <a:moveTo>
                  <a:pt x="0" y="1008728"/>
                </a:moveTo>
                <a:lnTo>
                  <a:pt x="2875739" y="2998392"/>
                </a:lnTo>
                <a:lnTo>
                  <a:pt x="2829329" y="2998392"/>
                </a:lnTo>
                <a:lnTo>
                  <a:pt x="0" y="1040838"/>
                </a:lnTo>
                <a:close/>
                <a:moveTo>
                  <a:pt x="0" y="938665"/>
                </a:moveTo>
                <a:lnTo>
                  <a:pt x="2977004" y="2998392"/>
                </a:lnTo>
                <a:lnTo>
                  <a:pt x="2931301" y="2998392"/>
                </a:lnTo>
                <a:lnTo>
                  <a:pt x="0" y="970286"/>
                </a:lnTo>
                <a:close/>
                <a:moveTo>
                  <a:pt x="0" y="863891"/>
                </a:moveTo>
                <a:lnTo>
                  <a:pt x="3087070" y="2998392"/>
                </a:lnTo>
                <a:lnTo>
                  <a:pt x="3035742" y="2998392"/>
                </a:lnTo>
                <a:lnTo>
                  <a:pt x="0" y="898025"/>
                </a:lnTo>
                <a:close/>
                <a:moveTo>
                  <a:pt x="0" y="793720"/>
                </a:moveTo>
                <a:lnTo>
                  <a:pt x="3188874" y="2998392"/>
                </a:lnTo>
                <a:lnTo>
                  <a:pt x="3142635" y="2998392"/>
                </a:lnTo>
                <a:lnTo>
                  <a:pt x="0" y="825471"/>
                </a:lnTo>
                <a:close/>
                <a:moveTo>
                  <a:pt x="0" y="720427"/>
                </a:moveTo>
                <a:lnTo>
                  <a:pt x="3293902" y="2998392"/>
                </a:lnTo>
                <a:lnTo>
                  <a:pt x="3246755" y="2998392"/>
                </a:lnTo>
                <a:lnTo>
                  <a:pt x="0" y="754704"/>
                </a:lnTo>
                <a:close/>
                <a:moveTo>
                  <a:pt x="0" y="647178"/>
                </a:moveTo>
                <a:lnTo>
                  <a:pt x="3398302" y="2998392"/>
                </a:lnTo>
                <a:lnTo>
                  <a:pt x="3350305" y="2998392"/>
                </a:lnTo>
                <a:lnTo>
                  <a:pt x="0" y="680386"/>
                </a:lnTo>
                <a:close/>
                <a:moveTo>
                  <a:pt x="0" y="576562"/>
                </a:moveTo>
                <a:lnTo>
                  <a:pt x="3501928" y="2998392"/>
                </a:lnTo>
                <a:lnTo>
                  <a:pt x="3456212" y="2998392"/>
                </a:lnTo>
                <a:lnTo>
                  <a:pt x="0" y="608178"/>
                </a:lnTo>
                <a:close/>
                <a:moveTo>
                  <a:pt x="0" y="504364"/>
                </a:moveTo>
                <a:lnTo>
                  <a:pt x="3604716" y="2998392"/>
                </a:lnTo>
                <a:lnTo>
                  <a:pt x="3558305" y="2998392"/>
                </a:lnTo>
                <a:lnTo>
                  <a:pt x="0" y="536475"/>
                </a:lnTo>
                <a:close/>
                <a:moveTo>
                  <a:pt x="0" y="431979"/>
                </a:moveTo>
                <a:lnTo>
                  <a:pt x="3711731" y="2998392"/>
                </a:lnTo>
                <a:lnTo>
                  <a:pt x="3660278" y="2998392"/>
                </a:lnTo>
                <a:lnTo>
                  <a:pt x="0" y="465922"/>
                </a:lnTo>
                <a:close/>
                <a:moveTo>
                  <a:pt x="0" y="359752"/>
                </a:moveTo>
                <a:lnTo>
                  <a:pt x="3816191" y="2998392"/>
                </a:lnTo>
                <a:lnTo>
                  <a:pt x="3770469" y="2998392"/>
                </a:lnTo>
                <a:lnTo>
                  <a:pt x="0" y="391366"/>
                </a:lnTo>
                <a:close/>
                <a:moveTo>
                  <a:pt x="0" y="288133"/>
                </a:moveTo>
                <a:lnTo>
                  <a:pt x="3919772" y="2998392"/>
                </a:lnTo>
                <a:lnTo>
                  <a:pt x="3871754" y="2998392"/>
                </a:lnTo>
                <a:lnTo>
                  <a:pt x="0" y="321333"/>
                </a:lnTo>
                <a:close/>
                <a:moveTo>
                  <a:pt x="0" y="215901"/>
                </a:moveTo>
                <a:lnTo>
                  <a:pt x="4024735" y="2998392"/>
                </a:lnTo>
                <a:lnTo>
                  <a:pt x="3976544" y="2998392"/>
                </a:lnTo>
                <a:lnTo>
                  <a:pt x="0" y="249493"/>
                </a:lnTo>
                <a:close/>
                <a:moveTo>
                  <a:pt x="0" y="142814"/>
                </a:moveTo>
                <a:lnTo>
                  <a:pt x="4127279" y="2998392"/>
                </a:lnTo>
                <a:lnTo>
                  <a:pt x="4081039" y="2998392"/>
                </a:lnTo>
                <a:lnTo>
                  <a:pt x="0" y="175716"/>
                </a:lnTo>
                <a:close/>
                <a:moveTo>
                  <a:pt x="0" y="70766"/>
                </a:moveTo>
                <a:lnTo>
                  <a:pt x="4233300" y="2998392"/>
                </a:lnTo>
                <a:lnTo>
                  <a:pt x="4185288" y="2998392"/>
                </a:lnTo>
                <a:lnTo>
                  <a:pt x="0" y="103970"/>
                </a:lnTo>
                <a:close/>
                <a:moveTo>
                  <a:pt x="0" y="0"/>
                </a:moveTo>
                <a:lnTo>
                  <a:pt x="4333693" y="2998392"/>
                </a:lnTo>
                <a:lnTo>
                  <a:pt x="4289578" y="2998392"/>
                </a:lnTo>
                <a:lnTo>
                  <a:pt x="0" y="30523"/>
                </a:lnTo>
                <a:close/>
              </a:path>
            </a:pathLst>
          </a:custGeom>
          <a:gradFill>
            <a:gsLst>
              <a:gs pos="0">
                <a:srgbClr val="0C3CC5">
                  <a:alpha val="14000"/>
                </a:srgbClr>
              </a:gs>
              <a:gs pos="100000">
                <a:srgbClr val="090C5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>
              <a:solidFill>
                <a:sysClr val="windowText" lastClr="000000"/>
              </a:solidFill>
            </a:endParaRPr>
          </a:p>
        </p:txBody>
      </p:sp>
      <p:sp>
        <p:nvSpPr>
          <p:cNvPr id="52" name="Triângulo isósceles 51"/>
          <p:cNvSpPr/>
          <p:nvPr userDrawn="1"/>
        </p:nvSpPr>
        <p:spPr>
          <a:xfrm>
            <a:off x="-1" y="5979886"/>
            <a:ext cx="12192001" cy="892629"/>
          </a:xfrm>
          <a:prstGeom prst="triangle">
            <a:avLst>
              <a:gd name="adj" fmla="val 100000"/>
            </a:avLst>
          </a:prstGeom>
          <a:solidFill>
            <a:srgbClr val="005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53" name="Imagem 5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9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 e Nome palestrante">
    <p:bg>
      <p:bgPr>
        <a:solidFill>
          <a:srgbClr val="007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2"/>
            <a:ext cx="12192000" cy="6849735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882649"/>
            <a:ext cx="6770914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838200" y="2954337"/>
            <a:ext cx="7481711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157" y="5665508"/>
            <a:ext cx="1712706" cy="6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1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5" name="Google Shape;243;gdce390f3aa_0_0">
            <a:extLst>
              <a:ext uri="{FF2B5EF4-FFF2-40B4-BE49-F238E27FC236}">
                <a16:creationId xmlns:a16="http://schemas.microsoft.com/office/drawing/2014/main" id="{E4751BB6-7C19-5C70-0638-53AF80E7A47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2014538"/>
            <a:ext cx="10515600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lvl1pPr>
              <a:defRPr/>
            </a:lvl1pPr>
          </a:lstStyle>
          <a:p>
            <a:pPr marL="228600" lvl="0" indent="-1809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50"/>
              <a:buChar char="•"/>
            </a:pPr>
            <a:r>
              <a:rPr lang="pt-BR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81774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37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Cinza SESI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24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Azul FIESC">
    <p:bg>
      <p:bgPr>
        <a:gradFill flip="none" rotWithShape="1">
          <a:gsLst>
            <a:gs pos="0">
              <a:srgbClr val="0C3CC5"/>
            </a:gs>
            <a:gs pos="100000">
              <a:srgbClr val="090C5E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2057403"/>
            <a:ext cx="10514012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8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natura Final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/>
          <p:cNvSpPr/>
          <p:nvPr userDrawn="1"/>
        </p:nvSpPr>
        <p:spPr>
          <a:xfrm>
            <a:off x="-9524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TextBox 5"/>
          <p:cNvSpPr txBox="1"/>
          <p:nvPr userDrawn="1"/>
        </p:nvSpPr>
        <p:spPr>
          <a:xfrm>
            <a:off x="2662659" y="5658464"/>
            <a:ext cx="686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Rodovia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Admar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Gonzaga, 2765 - </a:t>
            </a:r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Itacorubi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- 88034-001 - </a:t>
            </a:r>
            <a:r>
              <a:rPr lang="en-US" sz="1400" dirty="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Florianópolis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, SC</a:t>
            </a:r>
          </a:p>
        </p:txBody>
      </p:sp>
      <p:pic>
        <p:nvPicPr>
          <p:cNvPr id="192" name="Imagem 19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  <p:grpSp>
        <p:nvGrpSpPr>
          <p:cNvPr id="193" name="Agrupar 192"/>
          <p:cNvGrpSpPr/>
          <p:nvPr userDrawn="1"/>
        </p:nvGrpSpPr>
        <p:grpSpPr>
          <a:xfrm>
            <a:off x="3500149" y="5115374"/>
            <a:ext cx="5191703" cy="310594"/>
            <a:chOff x="2243138" y="3759200"/>
            <a:chExt cx="6899275" cy="412750"/>
          </a:xfrm>
        </p:grpSpPr>
        <p:sp>
          <p:nvSpPr>
            <p:cNvPr id="194" name="Freeform 16"/>
            <p:cNvSpPr>
              <a:spLocks/>
            </p:cNvSpPr>
            <p:nvPr/>
          </p:nvSpPr>
          <p:spPr bwMode="auto">
            <a:xfrm>
              <a:off x="6710363" y="3921125"/>
              <a:ext cx="77788" cy="82550"/>
            </a:xfrm>
            <a:custGeom>
              <a:avLst/>
              <a:gdLst>
                <a:gd name="T0" fmla="*/ 0 w 97"/>
                <a:gd name="T1" fmla="*/ 102 h 102"/>
                <a:gd name="T2" fmla="*/ 97 w 97"/>
                <a:gd name="T3" fmla="*/ 52 h 102"/>
                <a:gd name="T4" fmla="*/ 0 w 97"/>
                <a:gd name="T5" fmla="*/ 0 h 102"/>
                <a:gd name="T6" fmla="*/ 0 w 97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" h="102">
                  <a:moveTo>
                    <a:pt x="0" y="102"/>
                  </a:moveTo>
                  <a:lnTo>
                    <a:pt x="97" y="52"/>
                  </a:lnTo>
                  <a:lnTo>
                    <a:pt x="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5" name="Freeform 17"/>
            <p:cNvSpPr>
              <a:spLocks noEditPoints="1"/>
            </p:cNvSpPr>
            <p:nvPr/>
          </p:nvSpPr>
          <p:spPr bwMode="auto">
            <a:xfrm>
              <a:off x="6534151" y="3759200"/>
              <a:ext cx="412750" cy="412750"/>
            </a:xfrm>
            <a:custGeom>
              <a:avLst/>
              <a:gdLst>
                <a:gd name="T0" fmla="*/ 233 w 520"/>
                <a:gd name="T1" fmla="*/ 2 h 521"/>
                <a:gd name="T2" fmla="*/ 158 w 520"/>
                <a:gd name="T3" fmla="*/ 20 h 521"/>
                <a:gd name="T4" fmla="*/ 95 w 520"/>
                <a:gd name="T5" fmla="*/ 59 h 521"/>
                <a:gd name="T6" fmla="*/ 44 w 520"/>
                <a:gd name="T7" fmla="*/ 115 h 521"/>
                <a:gd name="T8" fmla="*/ 10 w 520"/>
                <a:gd name="T9" fmla="*/ 183 h 521"/>
                <a:gd name="T10" fmla="*/ 0 w 520"/>
                <a:gd name="T11" fmla="*/ 260 h 521"/>
                <a:gd name="T12" fmla="*/ 5 w 520"/>
                <a:gd name="T13" fmla="*/ 313 h 521"/>
                <a:gd name="T14" fmla="*/ 30 w 520"/>
                <a:gd name="T15" fmla="*/ 384 h 521"/>
                <a:gd name="T16" fmla="*/ 75 w 520"/>
                <a:gd name="T17" fmla="*/ 444 h 521"/>
                <a:gd name="T18" fmla="*/ 136 w 520"/>
                <a:gd name="T19" fmla="*/ 489 h 521"/>
                <a:gd name="T20" fmla="*/ 208 w 520"/>
                <a:gd name="T21" fmla="*/ 516 h 521"/>
                <a:gd name="T22" fmla="*/ 260 w 520"/>
                <a:gd name="T23" fmla="*/ 521 h 521"/>
                <a:gd name="T24" fmla="*/ 337 w 520"/>
                <a:gd name="T25" fmla="*/ 508 h 521"/>
                <a:gd name="T26" fmla="*/ 406 w 520"/>
                <a:gd name="T27" fmla="*/ 476 h 521"/>
                <a:gd name="T28" fmla="*/ 459 w 520"/>
                <a:gd name="T29" fmla="*/ 426 h 521"/>
                <a:gd name="T30" fmla="*/ 499 w 520"/>
                <a:gd name="T31" fmla="*/ 361 h 521"/>
                <a:gd name="T32" fmla="*/ 519 w 520"/>
                <a:gd name="T33" fmla="*/ 287 h 521"/>
                <a:gd name="T34" fmla="*/ 519 w 520"/>
                <a:gd name="T35" fmla="*/ 233 h 521"/>
                <a:gd name="T36" fmla="*/ 499 w 520"/>
                <a:gd name="T37" fmla="*/ 158 h 521"/>
                <a:gd name="T38" fmla="*/ 459 w 520"/>
                <a:gd name="T39" fmla="*/ 95 h 521"/>
                <a:gd name="T40" fmla="*/ 406 w 520"/>
                <a:gd name="T41" fmla="*/ 45 h 521"/>
                <a:gd name="T42" fmla="*/ 337 w 520"/>
                <a:gd name="T43" fmla="*/ 11 h 521"/>
                <a:gd name="T44" fmla="*/ 260 w 520"/>
                <a:gd name="T45" fmla="*/ 0 h 521"/>
                <a:gd name="T46" fmla="*/ 441 w 520"/>
                <a:gd name="T47" fmla="*/ 273 h 521"/>
                <a:gd name="T48" fmla="*/ 436 w 520"/>
                <a:gd name="T49" fmla="*/ 332 h 521"/>
                <a:gd name="T50" fmla="*/ 427 w 520"/>
                <a:gd name="T51" fmla="*/ 365 h 521"/>
                <a:gd name="T52" fmla="*/ 413 w 520"/>
                <a:gd name="T53" fmla="*/ 377 h 521"/>
                <a:gd name="T54" fmla="*/ 386 w 520"/>
                <a:gd name="T55" fmla="*/ 384 h 521"/>
                <a:gd name="T56" fmla="*/ 303 w 520"/>
                <a:gd name="T57" fmla="*/ 388 h 521"/>
                <a:gd name="T58" fmla="*/ 208 w 520"/>
                <a:gd name="T59" fmla="*/ 388 h 521"/>
                <a:gd name="T60" fmla="*/ 136 w 520"/>
                <a:gd name="T61" fmla="*/ 384 h 521"/>
                <a:gd name="T62" fmla="*/ 102 w 520"/>
                <a:gd name="T63" fmla="*/ 374 h 521"/>
                <a:gd name="T64" fmla="*/ 93 w 520"/>
                <a:gd name="T65" fmla="*/ 365 h 521"/>
                <a:gd name="T66" fmla="*/ 82 w 520"/>
                <a:gd name="T67" fmla="*/ 332 h 521"/>
                <a:gd name="T68" fmla="*/ 79 w 520"/>
                <a:gd name="T69" fmla="*/ 273 h 521"/>
                <a:gd name="T70" fmla="*/ 80 w 520"/>
                <a:gd name="T71" fmla="*/ 205 h 521"/>
                <a:gd name="T72" fmla="*/ 86 w 520"/>
                <a:gd name="T73" fmla="*/ 172 h 521"/>
                <a:gd name="T74" fmla="*/ 97 w 520"/>
                <a:gd name="T75" fmla="*/ 151 h 521"/>
                <a:gd name="T76" fmla="*/ 116 w 520"/>
                <a:gd name="T77" fmla="*/ 138 h 521"/>
                <a:gd name="T78" fmla="*/ 132 w 520"/>
                <a:gd name="T79" fmla="*/ 135 h 521"/>
                <a:gd name="T80" fmla="*/ 260 w 520"/>
                <a:gd name="T81" fmla="*/ 131 h 521"/>
                <a:gd name="T82" fmla="*/ 303 w 520"/>
                <a:gd name="T83" fmla="*/ 133 h 521"/>
                <a:gd name="T84" fmla="*/ 386 w 520"/>
                <a:gd name="T85" fmla="*/ 135 h 521"/>
                <a:gd name="T86" fmla="*/ 413 w 520"/>
                <a:gd name="T87" fmla="*/ 142 h 521"/>
                <a:gd name="T88" fmla="*/ 427 w 520"/>
                <a:gd name="T89" fmla="*/ 156 h 521"/>
                <a:gd name="T90" fmla="*/ 436 w 520"/>
                <a:gd name="T91" fmla="*/ 187 h 521"/>
                <a:gd name="T92" fmla="*/ 441 w 520"/>
                <a:gd name="T93" fmla="*/ 246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0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8" y="5"/>
                  </a:lnTo>
                  <a:lnTo>
                    <a:pt x="183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4" y="45"/>
                  </a:lnTo>
                  <a:lnTo>
                    <a:pt x="95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4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1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1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4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5" y="462"/>
                  </a:lnTo>
                  <a:lnTo>
                    <a:pt x="114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3" y="508"/>
                  </a:lnTo>
                  <a:lnTo>
                    <a:pt x="208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7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20" y="260"/>
                  </a:lnTo>
                  <a:lnTo>
                    <a:pt x="520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7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441" y="273"/>
                  </a:moveTo>
                  <a:lnTo>
                    <a:pt x="441" y="273"/>
                  </a:lnTo>
                  <a:lnTo>
                    <a:pt x="440" y="314"/>
                  </a:lnTo>
                  <a:lnTo>
                    <a:pt x="436" y="332"/>
                  </a:lnTo>
                  <a:lnTo>
                    <a:pt x="436" y="332"/>
                  </a:lnTo>
                  <a:lnTo>
                    <a:pt x="434" y="347"/>
                  </a:lnTo>
                  <a:lnTo>
                    <a:pt x="429" y="359"/>
                  </a:lnTo>
                  <a:lnTo>
                    <a:pt x="427" y="365"/>
                  </a:lnTo>
                  <a:lnTo>
                    <a:pt x="422" y="368"/>
                  </a:lnTo>
                  <a:lnTo>
                    <a:pt x="422" y="368"/>
                  </a:lnTo>
                  <a:lnTo>
                    <a:pt x="413" y="377"/>
                  </a:lnTo>
                  <a:lnTo>
                    <a:pt x="402" y="383"/>
                  </a:lnTo>
                  <a:lnTo>
                    <a:pt x="393" y="384"/>
                  </a:lnTo>
                  <a:lnTo>
                    <a:pt x="386" y="384"/>
                  </a:lnTo>
                  <a:lnTo>
                    <a:pt x="386" y="384"/>
                  </a:lnTo>
                  <a:lnTo>
                    <a:pt x="344" y="386"/>
                  </a:lnTo>
                  <a:lnTo>
                    <a:pt x="303" y="388"/>
                  </a:lnTo>
                  <a:lnTo>
                    <a:pt x="260" y="388"/>
                  </a:lnTo>
                  <a:lnTo>
                    <a:pt x="260" y="388"/>
                  </a:lnTo>
                  <a:lnTo>
                    <a:pt x="208" y="388"/>
                  </a:lnTo>
                  <a:lnTo>
                    <a:pt x="168" y="386"/>
                  </a:lnTo>
                  <a:lnTo>
                    <a:pt x="136" y="384"/>
                  </a:lnTo>
                  <a:lnTo>
                    <a:pt x="136" y="384"/>
                  </a:lnTo>
                  <a:lnTo>
                    <a:pt x="118" y="381"/>
                  </a:lnTo>
                  <a:lnTo>
                    <a:pt x="107" y="377"/>
                  </a:lnTo>
                  <a:lnTo>
                    <a:pt x="102" y="374"/>
                  </a:lnTo>
                  <a:lnTo>
                    <a:pt x="97" y="368"/>
                  </a:lnTo>
                  <a:lnTo>
                    <a:pt x="97" y="368"/>
                  </a:lnTo>
                  <a:lnTo>
                    <a:pt x="93" y="365"/>
                  </a:lnTo>
                  <a:lnTo>
                    <a:pt x="89" y="359"/>
                  </a:lnTo>
                  <a:lnTo>
                    <a:pt x="86" y="347"/>
                  </a:lnTo>
                  <a:lnTo>
                    <a:pt x="82" y="332"/>
                  </a:lnTo>
                  <a:lnTo>
                    <a:pt x="82" y="332"/>
                  </a:lnTo>
                  <a:lnTo>
                    <a:pt x="80" y="314"/>
                  </a:lnTo>
                  <a:lnTo>
                    <a:pt x="79" y="273"/>
                  </a:lnTo>
                  <a:lnTo>
                    <a:pt x="79" y="246"/>
                  </a:lnTo>
                  <a:lnTo>
                    <a:pt x="79" y="246"/>
                  </a:lnTo>
                  <a:lnTo>
                    <a:pt x="80" y="205"/>
                  </a:lnTo>
                  <a:lnTo>
                    <a:pt x="82" y="187"/>
                  </a:lnTo>
                  <a:lnTo>
                    <a:pt x="82" y="187"/>
                  </a:lnTo>
                  <a:lnTo>
                    <a:pt x="86" y="172"/>
                  </a:lnTo>
                  <a:lnTo>
                    <a:pt x="89" y="162"/>
                  </a:lnTo>
                  <a:lnTo>
                    <a:pt x="93" y="156"/>
                  </a:lnTo>
                  <a:lnTo>
                    <a:pt x="97" y="151"/>
                  </a:lnTo>
                  <a:lnTo>
                    <a:pt x="97" y="151"/>
                  </a:lnTo>
                  <a:lnTo>
                    <a:pt x="107" y="142"/>
                  </a:lnTo>
                  <a:lnTo>
                    <a:pt x="116" y="138"/>
                  </a:lnTo>
                  <a:lnTo>
                    <a:pt x="125" y="136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74" y="133"/>
                  </a:lnTo>
                  <a:lnTo>
                    <a:pt x="215" y="133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303" y="133"/>
                  </a:lnTo>
                  <a:lnTo>
                    <a:pt x="344" y="133"/>
                  </a:lnTo>
                  <a:lnTo>
                    <a:pt x="386" y="135"/>
                  </a:lnTo>
                  <a:lnTo>
                    <a:pt x="386" y="135"/>
                  </a:lnTo>
                  <a:lnTo>
                    <a:pt x="393" y="136"/>
                  </a:lnTo>
                  <a:lnTo>
                    <a:pt x="402" y="138"/>
                  </a:lnTo>
                  <a:lnTo>
                    <a:pt x="413" y="142"/>
                  </a:lnTo>
                  <a:lnTo>
                    <a:pt x="422" y="151"/>
                  </a:lnTo>
                  <a:lnTo>
                    <a:pt x="422" y="151"/>
                  </a:lnTo>
                  <a:lnTo>
                    <a:pt x="427" y="156"/>
                  </a:lnTo>
                  <a:lnTo>
                    <a:pt x="429" y="162"/>
                  </a:lnTo>
                  <a:lnTo>
                    <a:pt x="434" y="172"/>
                  </a:lnTo>
                  <a:lnTo>
                    <a:pt x="436" y="187"/>
                  </a:lnTo>
                  <a:lnTo>
                    <a:pt x="436" y="187"/>
                  </a:lnTo>
                  <a:lnTo>
                    <a:pt x="440" y="205"/>
                  </a:lnTo>
                  <a:lnTo>
                    <a:pt x="441" y="246"/>
                  </a:lnTo>
                  <a:lnTo>
                    <a:pt x="441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6" name="Freeform 18"/>
            <p:cNvSpPr>
              <a:spLocks noEditPoints="1"/>
            </p:cNvSpPr>
            <p:nvPr/>
          </p:nvSpPr>
          <p:spPr bwMode="auto">
            <a:xfrm>
              <a:off x="5530851" y="3759200"/>
              <a:ext cx="412750" cy="412750"/>
            </a:xfrm>
            <a:custGeom>
              <a:avLst/>
              <a:gdLst>
                <a:gd name="T0" fmla="*/ 233 w 519"/>
                <a:gd name="T1" fmla="*/ 2 h 521"/>
                <a:gd name="T2" fmla="*/ 158 w 519"/>
                <a:gd name="T3" fmla="*/ 20 h 521"/>
                <a:gd name="T4" fmla="*/ 93 w 519"/>
                <a:gd name="T5" fmla="*/ 59 h 521"/>
                <a:gd name="T6" fmla="*/ 43 w 519"/>
                <a:gd name="T7" fmla="*/ 115 h 521"/>
                <a:gd name="T8" fmla="*/ 10 w 519"/>
                <a:gd name="T9" fmla="*/ 183 h 521"/>
                <a:gd name="T10" fmla="*/ 0 w 519"/>
                <a:gd name="T11" fmla="*/ 260 h 521"/>
                <a:gd name="T12" fmla="*/ 5 w 519"/>
                <a:gd name="T13" fmla="*/ 313 h 521"/>
                <a:gd name="T14" fmla="*/ 30 w 519"/>
                <a:gd name="T15" fmla="*/ 384 h 521"/>
                <a:gd name="T16" fmla="*/ 75 w 519"/>
                <a:gd name="T17" fmla="*/ 444 h 521"/>
                <a:gd name="T18" fmla="*/ 136 w 519"/>
                <a:gd name="T19" fmla="*/ 489 h 521"/>
                <a:gd name="T20" fmla="*/ 206 w 519"/>
                <a:gd name="T21" fmla="*/ 516 h 521"/>
                <a:gd name="T22" fmla="*/ 260 w 519"/>
                <a:gd name="T23" fmla="*/ 521 h 521"/>
                <a:gd name="T24" fmla="*/ 337 w 519"/>
                <a:gd name="T25" fmla="*/ 508 h 521"/>
                <a:gd name="T26" fmla="*/ 406 w 519"/>
                <a:gd name="T27" fmla="*/ 476 h 521"/>
                <a:gd name="T28" fmla="*/ 459 w 519"/>
                <a:gd name="T29" fmla="*/ 426 h 521"/>
                <a:gd name="T30" fmla="*/ 499 w 519"/>
                <a:gd name="T31" fmla="*/ 361 h 521"/>
                <a:gd name="T32" fmla="*/ 519 w 519"/>
                <a:gd name="T33" fmla="*/ 287 h 521"/>
                <a:gd name="T34" fmla="*/ 519 w 519"/>
                <a:gd name="T35" fmla="*/ 233 h 521"/>
                <a:gd name="T36" fmla="*/ 499 w 519"/>
                <a:gd name="T37" fmla="*/ 158 h 521"/>
                <a:gd name="T38" fmla="*/ 459 w 519"/>
                <a:gd name="T39" fmla="*/ 95 h 521"/>
                <a:gd name="T40" fmla="*/ 406 w 519"/>
                <a:gd name="T41" fmla="*/ 45 h 521"/>
                <a:gd name="T42" fmla="*/ 337 w 519"/>
                <a:gd name="T43" fmla="*/ 11 h 521"/>
                <a:gd name="T44" fmla="*/ 260 w 519"/>
                <a:gd name="T45" fmla="*/ 0 h 521"/>
                <a:gd name="T46" fmla="*/ 109 w 519"/>
                <a:gd name="T47" fmla="*/ 370 h 521"/>
                <a:gd name="T48" fmla="*/ 172 w 519"/>
                <a:gd name="T49" fmla="*/ 370 h 521"/>
                <a:gd name="T50" fmla="*/ 138 w 519"/>
                <a:gd name="T51" fmla="*/ 147 h 521"/>
                <a:gd name="T52" fmla="*/ 116 w 519"/>
                <a:gd name="T53" fmla="*/ 140 h 521"/>
                <a:gd name="T54" fmla="*/ 104 w 519"/>
                <a:gd name="T55" fmla="*/ 126 h 521"/>
                <a:gd name="T56" fmla="*/ 102 w 519"/>
                <a:gd name="T57" fmla="*/ 111 h 521"/>
                <a:gd name="T58" fmla="*/ 107 w 519"/>
                <a:gd name="T59" fmla="*/ 93 h 521"/>
                <a:gd name="T60" fmla="*/ 124 w 519"/>
                <a:gd name="T61" fmla="*/ 81 h 521"/>
                <a:gd name="T62" fmla="*/ 140 w 519"/>
                <a:gd name="T63" fmla="*/ 77 h 521"/>
                <a:gd name="T64" fmla="*/ 161 w 519"/>
                <a:gd name="T65" fmla="*/ 83 h 521"/>
                <a:gd name="T66" fmla="*/ 174 w 519"/>
                <a:gd name="T67" fmla="*/ 99 h 521"/>
                <a:gd name="T68" fmla="*/ 177 w 519"/>
                <a:gd name="T69" fmla="*/ 111 h 521"/>
                <a:gd name="T70" fmla="*/ 172 w 519"/>
                <a:gd name="T71" fmla="*/ 131 h 521"/>
                <a:gd name="T72" fmla="*/ 156 w 519"/>
                <a:gd name="T73" fmla="*/ 144 h 521"/>
                <a:gd name="T74" fmla="*/ 140 w 519"/>
                <a:gd name="T75" fmla="*/ 147 h 521"/>
                <a:gd name="T76" fmla="*/ 352 w 519"/>
                <a:gd name="T77" fmla="*/ 268 h 521"/>
                <a:gd name="T78" fmla="*/ 350 w 519"/>
                <a:gd name="T79" fmla="*/ 250 h 521"/>
                <a:gd name="T80" fmla="*/ 339 w 519"/>
                <a:gd name="T81" fmla="*/ 230 h 521"/>
                <a:gd name="T82" fmla="*/ 316 w 519"/>
                <a:gd name="T83" fmla="*/ 223 h 521"/>
                <a:gd name="T84" fmla="*/ 303 w 519"/>
                <a:gd name="T85" fmla="*/ 224 h 521"/>
                <a:gd name="T86" fmla="*/ 283 w 519"/>
                <a:gd name="T87" fmla="*/ 246 h 521"/>
                <a:gd name="T88" fmla="*/ 282 w 519"/>
                <a:gd name="T89" fmla="*/ 262 h 521"/>
                <a:gd name="T90" fmla="*/ 210 w 519"/>
                <a:gd name="T91" fmla="*/ 370 h 521"/>
                <a:gd name="T92" fmla="*/ 282 w 519"/>
                <a:gd name="T93" fmla="*/ 171 h 521"/>
                <a:gd name="T94" fmla="*/ 283 w 519"/>
                <a:gd name="T95" fmla="*/ 198 h 521"/>
                <a:gd name="T96" fmla="*/ 300 w 519"/>
                <a:gd name="T97" fmla="*/ 181 h 521"/>
                <a:gd name="T98" fmla="*/ 330 w 519"/>
                <a:gd name="T99" fmla="*/ 171 h 521"/>
                <a:gd name="T100" fmla="*/ 361 w 519"/>
                <a:gd name="T101" fmla="*/ 171 h 521"/>
                <a:gd name="T102" fmla="*/ 400 w 519"/>
                <a:gd name="T103" fmla="*/ 192 h 521"/>
                <a:gd name="T104" fmla="*/ 422 w 519"/>
                <a:gd name="T105" fmla="*/ 23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19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6" y="5"/>
                  </a:lnTo>
                  <a:lnTo>
                    <a:pt x="181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5" y="45"/>
                  </a:lnTo>
                  <a:lnTo>
                    <a:pt x="93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3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0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3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3" y="462"/>
                  </a:lnTo>
                  <a:lnTo>
                    <a:pt x="115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1" y="508"/>
                  </a:lnTo>
                  <a:lnTo>
                    <a:pt x="206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5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19" y="260"/>
                  </a:lnTo>
                  <a:lnTo>
                    <a:pt x="519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5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172" y="370"/>
                  </a:moveTo>
                  <a:lnTo>
                    <a:pt x="109" y="370"/>
                  </a:lnTo>
                  <a:lnTo>
                    <a:pt x="109" y="171"/>
                  </a:lnTo>
                  <a:lnTo>
                    <a:pt x="172" y="171"/>
                  </a:lnTo>
                  <a:lnTo>
                    <a:pt x="172" y="370"/>
                  </a:lnTo>
                  <a:close/>
                  <a:moveTo>
                    <a:pt x="140" y="147"/>
                  </a:moveTo>
                  <a:lnTo>
                    <a:pt x="138" y="147"/>
                  </a:lnTo>
                  <a:lnTo>
                    <a:pt x="138" y="147"/>
                  </a:lnTo>
                  <a:lnTo>
                    <a:pt x="131" y="145"/>
                  </a:lnTo>
                  <a:lnTo>
                    <a:pt x="124" y="144"/>
                  </a:lnTo>
                  <a:lnTo>
                    <a:pt x="116" y="140"/>
                  </a:lnTo>
                  <a:lnTo>
                    <a:pt x="111" y="136"/>
                  </a:lnTo>
                  <a:lnTo>
                    <a:pt x="107" y="131"/>
                  </a:lnTo>
                  <a:lnTo>
                    <a:pt x="104" y="126"/>
                  </a:lnTo>
                  <a:lnTo>
                    <a:pt x="102" y="118"/>
                  </a:lnTo>
                  <a:lnTo>
                    <a:pt x="102" y="111"/>
                  </a:lnTo>
                  <a:lnTo>
                    <a:pt x="102" y="111"/>
                  </a:lnTo>
                  <a:lnTo>
                    <a:pt x="102" y="104"/>
                  </a:lnTo>
                  <a:lnTo>
                    <a:pt x="104" y="99"/>
                  </a:lnTo>
                  <a:lnTo>
                    <a:pt x="107" y="93"/>
                  </a:lnTo>
                  <a:lnTo>
                    <a:pt x="111" y="88"/>
                  </a:lnTo>
                  <a:lnTo>
                    <a:pt x="118" y="83"/>
                  </a:lnTo>
                  <a:lnTo>
                    <a:pt x="124" y="81"/>
                  </a:lnTo>
                  <a:lnTo>
                    <a:pt x="131" y="79"/>
                  </a:lnTo>
                  <a:lnTo>
                    <a:pt x="140" y="77"/>
                  </a:lnTo>
                  <a:lnTo>
                    <a:pt x="140" y="77"/>
                  </a:lnTo>
                  <a:lnTo>
                    <a:pt x="149" y="79"/>
                  </a:lnTo>
                  <a:lnTo>
                    <a:pt x="156" y="81"/>
                  </a:lnTo>
                  <a:lnTo>
                    <a:pt x="161" y="83"/>
                  </a:lnTo>
                  <a:lnTo>
                    <a:pt x="167" y="88"/>
                  </a:lnTo>
                  <a:lnTo>
                    <a:pt x="172" y="93"/>
                  </a:lnTo>
                  <a:lnTo>
                    <a:pt x="174" y="99"/>
                  </a:lnTo>
                  <a:lnTo>
                    <a:pt x="177" y="104"/>
                  </a:lnTo>
                  <a:lnTo>
                    <a:pt x="177" y="111"/>
                  </a:lnTo>
                  <a:lnTo>
                    <a:pt x="177" y="111"/>
                  </a:lnTo>
                  <a:lnTo>
                    <a:pt x="177" y="118"/>
                  </a:lnTo>
                  <a:lnTo>
                    <a:pt x="176" y="126"/>
                  </a:lnTo>
                  <a:lnTo>
                    <a:pt x="172" y="131"/>
                  </a:lnTo>
                  <a:lnTo>
                    <a:pt x="167" y="136"/>
                  </a:lnTo>
                  <a:lnTo>
                    <a:pt x="161" y="140"/>
                  </a:lnTo>
                  <a:lnTo>
                    <a:pt x="156" y="144"/>
                  </a:lnTo>
                  <a:lnTo>
                    <a:pt x="147" y="145"/>
                  </a:lnTo>
                  <a:lnTo>
                    <a:pt x="140" y="147"/>
                  </a:lnTo>
                  <a:lnTo>
                    <a:pt x="140" y="147"/>
                  </a:lnTo>
                  <a:close/>
                  <a:moveTo>
                    <a:pt x="424" y="370"/>
                  </a:moveTo>
                  <a:lnTo>
                    <a:pt x="352" y="370"/>
                  </a:lnTo>
                  <a:lnTo>
                    <a:pt x="352" y="268"/>
                  </a:lnTo>
                  <a:lnTo>
                    <a:pt x="352" y="268"/>
                  </a:lnTo>
                  <a:lnTo>
                    <a:pt x="352" y="259"/>
                  </a:lnTo>
                  <a:lnTo>
                    <a:pt x="350" y="250"/>
                  </a:lnTo>
                  <a:lnTo>
                    <a:pt x="348" y="241"/>
                  </a:lnTo>
                  <a:lnTo>
                    <a:pt x="343" y="235"/>
                  </a:lnTo>
                  <a:lnTo>
                    <a:pt x="339" y="230"/>
                  </a:lnTo>
                  <a:lnTo>
                    <a:pt x="332" y="226"/>
                  </a:lnTo>
                  <a:lnTo>
                    <a:pt x="325" y="223"/>
                  </a:lnTo>
                  <a:lnTo>
                    <a:pt x="316" y="223"/>
                  </a:lnTo>
                  <a:lnTo>
                    <a:pt x="316" y="223"/>
                  </a:lnTo>
                  <a:lnTo>
                    <a:pt x="310" y="223"/>
                  </a:lnTo>
                  <a:lnTo>
                    <a:pt x="303" y="224"/>
                  </a:lnTo>
                  <a:lnTo>
                    <a:pt x="294" y="230"/>
                  </a:lnTo>
                  <a:lnTo>
                    <a:pt x="287" y="237"/>
                  </a:lnTo>
                  <a:lnTo>
                    <a:pt x="283" y="246"/>
                  </a:lnTo>
                  <a:lnTo>
                    <a:pt x="283" y="246"/>
                  </a:lnTo>
                  <a:lnTo>
                    <a:pt x="282" y="253"/>
                  </a:lnTo>
                  <a:lnTo>
                    <a:pt x="282" y="262"/>
                  </a:lnTo>
                  <a:lnTo>
                    <a:pt x="282" y="370"/>
                  </a:lnTo>
                  <a:lnTo>
                    <a:pt x="210" y="370"/>
                  </a:lnTo>
                  <a:lnTo>
                    <a:pt x="210" y="370"/>
                  </a:lnTo>
                  <a:lnTo>
                    <a:pt x="212" y="277"/>
                  </a:lnTo>
                  <a:lnTo>
                    <a:pt x="210" y="171"/>
                  </a:lnTo>
                  <a:lnTo>
                    <a:pt x="282" y="171"/>
                  </a:lnTo>
                  <a:lnTo>
                    <a:pt x="282" y="203"/>
                  </a:lnTo>
                  <a:lnTo>
                    <a:pt x="282" y="203"/>
                  </a:lnTo>
                  <a:lnTo>
                    <a:pt x="283" y="198"/>
                  </a:lnTo>
                  <a:lnTo>
                    <a:pt x="287" y="192"/>
                  </a:lnTo>
                  <a:lnTo>
                    <a:pt x="292" y="187"/>
                  </a:lnTo>
                  <a:lnTo>
                    <a:pt x="300" y="181"/>
                  </a:lnTo>
                  <a:lnTo>
                    <a:pt x="309" y="176"/>
                  </a:lnTo>
                  <a:lnTo>
                    <a:pt x="319" y="172"/>
                  </a:lnTo>
                  <a:lnTo>
                    <a:pt x="330" y="171"/>
                  </a:lnTo>
                  <a:lnTo>
                    <a:pt x="345" y="169"/>
                  </a:lnTo>
                  <a:lnTo>
                    <a:pt x="345" y="169"/>
                  </a:lnTo>
                  <a:lnTo>
                    <a:pt x="361" y="171"/>
                  </a:lnTo>
                  <a:lnTo>
                    <a:pt x="375" y="174"/>
                  </a:lnTo>
                  <a:lnTo>
                    <a:pt x="388" y="181"/>
                  </a:lnTo>
                  <a:lnTo>
                    <a:pt x="400" y="192"/>
                  </a:lnTo>
                  <a:lnTo>
                    <a:pt x="409" y="205"/>
                  </a:lnTo>
                  <a:lnTo>
                    <a:pt x="416" y="219"/>
                  </a:lnTo>
                  <a:lnTo>
                    <a:pt x="422" y="239"/>
                  </a:lnTo>
                  <a:lnTo>
                    <a:pt x="424" y="260"/>
                  </a:lnTo>
                  <a:lnTo>
                    <a:pt x="424" y="3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7" name="Freeform 19"/>
            <p:cNvSpPr>
              <a:spLocks noEditPoints="1"/>
            </p:cNvSpPr>
            <p:nvPr/>
          </p:nvSpPr>
          <p:spPr bwMode="auto">
            <a:xfrm>
              <a:off x="6032501" y="3759200"/>
              <a:ext cx="412750" cy="412750"/>
            </a:xfrm>
            <a:custGeom>
              <a:avLst/>
              <a:gdLst>
                <a:gd name="T0" fmla="*/ 234 w 521"/>
                <a:gd name="T1" fmla="*/ 2 h 521"/>
                <a:gd name="T2" fmla="*/ 160 w 521"/>
                <a:gd name="T3" fmla="*/ 20 h 521"/>
                <a:gd name="T4" fmla="*/ 95 w 521"/>
                <a:gd name="T5" fmla="*/ 59 h 521"/>
                <a:gd name="T6" fmla="*/ 45 w 521"/>
                <a:gd name="T7" fmla="*/ 115 h 521"/>
                <a:gd name="T8" fmla="*/ 13 w 521"/>
                <a:gd name="T9" fmla="*/ 183 h 521"/>
                <a:gd name="T10" fmla="*/ 0 w 521"/>
                <a:gd name="T11" fmla="*/ 260 h 521"/>
                <a:gd name="T12" fmla="*/ 6 w 521"/>
                <a:gd name="T13" fmla="*/ 313 h 521"/>
                <a:gd name="T14" fmla="*/ 32 w 521"/>
                <a:gd name="T15" fmla="*/ 384 h 521"/>
                <a:gd name="T16" fmla="*/ 77 w 521"/>
                <a:gd name="T17" fmla="*/ 444 h 521"/>
                <a:gd name="T18" fmla="*/ 137 w 521"/>
                <a:gd name="T19" fmla="*/ 489 h 521"/>
                <a:gd name="T20" fmla="*/ 209 w 521"/>
                <a:gd name="T21" fmla="*/ 516 h 521"/>
                <a:gd name="T22" fmla="*/ 261 w 521"/>
                <a:gd name="T23" fmla="*/ 521 h 521"/>
                <a:gd name="T24" fmla="*/ 338 w 521"/>
                <a:gd name="T25" fmla="*/ 508 h 521"/>
                <a:gd name="T26" fmla="*/ 406 w 521"/>
                <a:gd name="T27" fmla="*/ 476 h 521"/>
                <a:gd name="T28" fmla="*/ 462 w 521"/>
                <a:gd name="T29" fmla="*/ 426 h 521"/>
                <a:gd name="T30" fmla="*/ 501 w 521"/>
                <a:gd name="T31" fmla="*/ 361 h 521"/>
                <a:gd name="T32" fmla="*/ 519 w 521"/>
                <a:gd name="T33" fmla="*/ 287 h 521"/>
                <a:gd name="T34" fmla="*/ 519 w 521"/>
                <a:gd name="T35" fmla="*/ 233 h 521"/>
                <a:gd name="T36" fmla="*/ 501 w 521"/>
                <a:gd name="T37" fmla="*/ 158 h 521"/>
                <a:gd name="T38" fmla="*/ 462 w 521"/>
                <a:gd name="T39" fmla="*/ 95 h 521"/>
                <a:gd name="T40" fmla="*/ 406 w 521"/>
                <a:gd name="T41" fmla="*/ 45 h 521"/>
                <a:gd name="T42" fmla="*/ 338 w 521"/>
                <a:gd name="T43" fmla="*/ 11 h 521"/>
                <a:gd name="T44" fmla="*/ 261 w 521"/>
                <a:gd name="T45" fmla="*/ 0 h 521"/>
                <a:gd name="T46" fmla="*/ 331 w 521"/>
                <a:gd name="T47" fmla="*/ 411 h 521"/>
                <a:gd name="T48" fmla="*/ 237 w 521"/>
                <a:gd name="T49" fmla="*/ 410 h 521"/>
                <a:gd name="T50" fmla="*/ 192 w 521"/>
                <a:gd name="T51" fmla="*/ 386 h 521"/>
                <a:gd name="T52" fmla="*/ 171 w 521"/>
                <a:gd name="T53" fmla="*/ 363 h 521"/>
                <a:gd name="T54" fmla="*/ 155 w 521"/>
                <a:gd name="T55" fmla="*/ 329 h 521"/>
                <a:gd name="T56" fmla="*/ 151 w 521"/>
                <a:gd name="T57" fmla="*/ 298 h 521"/>
                <a:gd name="T58" fmla="*/ 151 w 521"/>
                <a:gd name="T59" fmla="*/ 208 h 521"/>
                <a:gd name="T60" fmla="*/ 151 w 521"/>
                <a:gd name="T61" fmla="*/ 196 h 521"/>
                <a:gd name="T62" fmla="*/ 156 w 521"/>
                <a:gd name="T63" fmla="*/ 129 h 521"/>
                <a:gd name="T64" fmla="*/ 169 w 521"/>
                <a:gd name="T65" fmla="*/ 111 h 521"/>
                <a:gd name="T66" fmla="*/ 191 w 521"/>
                <a:gd name="T67" fmla="*/ 106 h 521"/>
                <a:gd name="T68" fmla="*/ 219 w 521"/>
                <a:gd name="T69" fmla="*/ 120 h 521"/>
                <a:gd name="T70" fmla="*/ 230 w 521"/>
                <a:gd name="T71" fmla="*/ 154 h 521"/>
                <a:gd name="T72" fmla="*/ 340 w 521"/>
                <a:gd name="T73" fmla="*/ 183 h 521"/>
                <a:gd name="T74" fmla="*/ 358 w 521"/>
                <a:gd name="T75" fmla="*/ 190 h 521"/>
                <a:gd name="T76" fmla="*/ 368 w 521"/>
                <a:gd name="T77" fmla="*/ 210 h 521"/>
                <a:gd name="T78" fmla="*/ 370 w 521"/>
                <a:gd name="T79" fmla="*/ 228 h 521"/>
                <a:gd name="T80" fmla="*/ 361 w 521"/>
                <a:gd name="T81" fmla="*/ 251 h 521"/>
                <a:gd name="T82" fmla="*/ 341 w 521"/>
                <a:gd name="T83" fmla="*/ 260 h 521"/>
                <a:gd name="T84" fmla="*/ 228 w 521"/>
                <a:gd name="T85" fmla="*/ 262 h 521"/>
                <a:gd name="T86" fmla="*/ 228 w 521"/>
                <a:gd name="T87" fmla="*/ 305 h 521"/>
                <a:gd name="T88" fmla="*/ 237 w 521"/>
                <a:gd name="T89" fmla="*/ 323 h 521"/>
                <a:gd name="T90" fmla="*/ 262 w 521"/>
                <a:gd name="T91" fmla="*/ 334 h 521"/>
                <a:gd name="T92" fmla="*/ 336 w 521"/>
                <a:gd name="T93" fmla="*/ 336 h 521"/>
                <a:gd name="T94" fmla="*/ 354 w 521"/>
                <a:gd name="T95" fmla="*/ 341 h 521"/>
                <a:gd name="T96" fmla="*/ 368 w 521"/>
                <a:gd name="T97" fmla="*/ 357 h 521"/>
                <a:gd name="T98" fmla="*/ 372 w 521"/>
                <a:gd name="T99" fmla="*/ 377 h 521"/>
                <a:gd name="T100" fmla="*/ 361 w 521"/>
                <a:gd name="T101" fmla="*/ 402 h 521"/>
                <a:gd name="T102" fmla="*/ 341 w 521"/>
                <a:gd name="T103" fmla="*/ 41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7" y="75"/>
                  </a:lnTo>
                  <a:lnTo>
                    <a:pt x="59" y="95"/>
                  </a:lnTo>
                  <a:lnTo>
                    <a:pt x="45" y="115"/>
                  </a:lnTo>
                  <a:lnTo>
                    <a:pt x="32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2" y="384"/>
                  </a:lnTo>
                  <a:lnTo>
                    <a:pt x="45" y="406"/>
                  </a:lnTo>
                  <a:lnTo>
                    <a:pt x="59" y="426"/>
                  </a:lnTo>
                  <a:lnTo>
                    <a:pt x="77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3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6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91" y="384"/>
                  </a:lnTo>
                  <a:lnTo>
                    <a:pt x="501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1" y="158"/>
                  </a:lnTo>
                  <a:lnTo>
                    <a:pt x="491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6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3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31" y="411"/>
                  </a:moveTo>
                  <a:lnTo>
                    <a:pt x="331" y="411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37" y="410"/>
                  </a:lnTo>
                  <a:lnTo>
                    <a:pt x="225" y="404"/>
                  </a:lnTo>
                  <a:lnTo>
                    <a:pt x="209" y="397"/>
                  </a:lnTo>
                  <a:lnTo>
                    <a:pt x="192" y="386"/>
                  </a:lnTo>
                  <a:lnTo>
                    <a:pt x="185" y="381"/>
                  </a:lnTo>
                  <a:lnTo>
                    <a:pt x="178" y="372"/>
                  </a:lnTo>
                  <a:lnTo>
                    <a:pt x="171" y="363"/>
                  </a:lnTo>
                  <a:lnTo>
                    <a:pt x="164" y="352"/>
                  </a:lnTo>
                  <a:lnTo>
                    <a:pt x="158" y="341"/>
                  </a:lnTo>
                  <a:lnTo>
                    <a:pt x="155" y="329"/>
                  </a:lnTo>
                  <a:lnTo>
                    <a:pt x="153" y="314"/>
                  </a:lnTo>
                  <a:lnTo>
                    <a:pt x="151" y="298"/>
                  </a:lnTo>
                  <a:lnTo>
                    <a:pt x="151" y="298"/>
                  </a:lnTo>
                  <a:lnTo>
                    <a:pt x="151" y="251"/>
                  </a:lnTo>
                  <a:lnTo>
                    <a:pt x="151" y="251"/>
                  </a:lnTo>
                  <a:lnTo>
                    <a:pt x="151" y="208"/>
                  </a:lnTo>
                  <a:lnTo>
                    <a:pt x="151" y="208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62"/>
                  </a:lnTo>
                  <a:lnTo>
                    <a:pt x="153" y="145"/>
                  </a:lnTo>
                  <a:lnTo>
                    <a:pt x="156" y="129"/>
                  </a:lnTo>
                  <a:lnTo>
                    <a:pt x="156" y="129"/>
                  </a:lnTo>
                  <a:lnTo>
                    <a:pt x="162" y="118"/>
                  </a:lnTo>
                  <a:lnTo>
                    <a:pt x="169" y="111"/>
                  </a:lnTo>
                  <a:lnTo>
                    <a:pt x="178" y="108"/>
                  </a:lnTo>
                  <a:lnTo>
                    <a:pt x="191" y="106"/>
                  </a:lnTo>
                  <a:lnTo>
                    <a:pt x="191" y="106"/>
                  </a:lnTo>
                  <a:lnTo>
                    <a:pt x="203" y="108"/>
                  </a:lnTo>
                  <a:lnTo>
                    <a:pt x="212" y="113"/>
                  </a:lnTo>
                  <a:lnTo>
                    <a:pt x="219" y="120"/>
                  </a:lnTo>
                  <a:lnTo>
                    <a:pt x="225" y="131"/>
                  </a:lnTo>
                  <a:lnTo>
                    <a:pt x="228" y="142"/>
                  </a:lnTo>
                  <a:lnTo>
                    <a:pt x="230" y="154"/>
                  </a:lnTo>
                  <a:lnTo>
                    <a:pt x="230" y="183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7" y="185"/>
                  </a:lnTo>
                  <a:lnTo>
                    <a:pt x="352" y="187"/>
                  </a:lnTo>
                  <a:lnTo>
                    <a:pt x="358" y="190"/>
                  </a:lnTo>
                  <a:lnTo>
                    <a:pt x="361" y="196"/>
                  </a:lnTo>
                  <a:lnTo>
                    <a:pt x="365" y="203"/>
                  </a:lnTo>
                  <a:lnTo>
                    <a:pt x="368" y="210"/>
                  </a:lnTo>
                  <a:lnTo>
                    <a:pt x="370" y="219"/>
                  </a:lnTo>
                  <a:lnTo>
                    <a:pt x="370" y="228"/>
                  </a:lnTo>
                  <a:lnTo>
                    <a:pt x="370" y="228"/>
                  </a:lnTo>
                  <a:lnTo>
                    <a:pt x="368" y="237"/>
                  </a:lnTo>
                  <a:lnTo>
                    <a:pt x="367" y="244"/>
                  </a:lnTo>
                  <a:lnTo>
                    <a:pt x="361" y="251"/>
                  </a:lnTo>
                  <a:lnTo>
                    <a:pt x="354" y="255"/>
                  </a:lnTo>
                  <a:lnTo>
                    <a:pt x="347" y="259"/>
                  </a:lnTo>
                  <a:lnTo>
                    <a:pt x="341" y="260"/>
                  </a:lnTo>
                  <a:lnTo>
                    <a:pt x="327" y="262"/>
                  </a:lnTo>
                  <a:lnTo>
                    <a:pt x="228" y="262"/>
                  </a:lnTo>
                  <a:lnTo>
                    <a:pt x="228" y="262"/>
                  </a:lnTo>
                  <a:lnTo>
                    <a:pt x="228" y="300"/>
                  </a:lnTo>
                  <a:lnTo>
                    <a:pt x="228" y="300"/>
                  </a:lnTo>
                  <a:lnTo>
                    <a:pt x="228" y="305"/>
                  </a:lnTo>
                  <a:lnTo>
                    <a:pt x="230" y="313"/>
                  </a:lnTo>
                  <a:lnTo>
                    <a:pt x="232" y="318"/>
                  </a:lnTo>
                  <a:lnTo>
                    <a:pt x="237" y="323"/>
                  </a:lnTo>
                  <a:lnTo>
                    <a:pt x="243" y="329"/>
                  </a:lnTo>
                  <a:lnTo>
                    <a:pt x="252" y="332"/>
                  </a:lnTo>
                  <a:lnTo>
                    <a:pt x="262" y="334"/>
                  </a:lnTo>
                  <a:lnTo>
                    <a:pt x="277" y="336"/>
                  </a:lnTo>
                  <a:lnTo>
                    <a:pt x="336" y="336"/>
                  </a:lnTo>
                  <a:lnTo>
                    <a:pt x="336" y="336"/>
                  </a:lnTo>
                  <a:lnTo>
                    <a:pt x="341" y="336"/>
                  </a:lnTo>
                  <a:lnTo>
                    <a:pt x="347" y="338"/>
                  </a:lnTo>
                  <a:lnTo>
                    <a:pt x="354" y="341"/>
                  </a:lnTo>
                  <a:lnTo>
                    <a:pt x="359" y="345"/>
                  </a:lnTo>
                  <a:lnTo>
                    <a:pt x="365" y="350"/>
                  </a:lnTo>
                  <a:lnTo>
                    <a:pt x="368" y="357"/>
                  </a:lnTo>
                  <a:lnTo>
                    <a:pt x="372" y="366"/>
                  </a:lnTo>
                  <a:lnTo>
                    <a:pt x="372" y="377"/>
                  </a:lnTo>
                  <a:lnTo>
                    <a:pt x="372" y="377"/>
                  </a:lnTo>
                  <a:lnTo>
                    <a:pt x="370" y="388"/>
                  </a:lnTo>
                  <a:lnTo>
                    <a:pt x="367" y="395"/>
                  </a:lnTo>
                  <a:lnTo>
                    <a:pt x="361" y="402"/>
                  </a:lnTo>
                  <a:lnTo>
                    <a:pt x="356" y="406"/>
                  </a:lnTo>
                  <a:lnTo>
                    <a:pt x="349" y="410"/>
                  </a:lnTo>
                  <a:lnTo>
                    <a:pt x="341" y="411"/>
                  </a:lnTo>
                  <a:lnTo>
                    <a:pt x="331" y="411"/>
                  </a:lnTo>
                  <a:lnTo>
                    <a:pt x="331" y="411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8" name="Freeform 20"/>
            <p:cNvSpPr>
              <a:spLocks noEditPoints="1"/>
            </p:cNvSpPr>
            <p:nvPr/>
          </p:nvSpPr>
          <p:spPr bwMode="auto">
            <a:xfrm>
              <a:off x="5029201" y="3759200"/>
              <a:ext cx="414338" cy="412750"/>
            </a:xfrm>
            <a:custGeom>
              <a:avLst/>
              <a:gdLst>
                <a:gd name="T0" fmla="*/ 261 w 521"/>
                <a:gd name="T1" fmla="*/ 0 h 521"/>
                <a:gd name="T2" fmla="*/ 209 w 521"/>
                <a:gd name="T3" fmla="*/ 5 h 521"/>
                <a:gd name="T4" fmla="*/ 160 w 521"/>
                <a:gd name="T5" fmla="*/ 20 h 521"/>
                <a:gd name="T6" fmla="*/ 115 w 521"/>
                <a:gd name="T7" fmla="*/ 45 h 521"/>
                <a:gd name="T8" fmla="*/ 78 w 521"/>
                <a:gd name="T9" fmla="*/ 75 h 521"/>
                <a:gd name="T10" fmla="*/ 45 w 521"/>
                <a:gd name="T11" fmla="*/ 115 h 521"/>
                <a:gd name="T12" fmla="*/ 22 w 521"/>
                <a:gd name="T13" fmla="*/ 158 h 521"/>
                <a:gd name="T14" fmla="*/ 6 w 521"/>
                <a:gd name="T15" fmla="*/ 208 h 521"/>
                <a:gd name="T16" fmla="*/ 0 w 521"/>
                <a:gd name="T17" fmla="*/ 260 h 521"/>
                <a:gd name="T18" fmla="*/ 2 w 521"/>
                <a:gd name="T19" fmla="*/ 287 h 521"/>
                <a:gd name="T20" fmla="*/ 13 w 521"/>
                <a:gd name="T21" fmla="*/ 338 h 521"/>
                <a:gd name="T22" fmla="*/ 33 w 521"/>
                <a:gd name="T23" fmla="*/ 384 h 521"/>
                <a:gd name="T24" fmla="*/ 60 w 521"/>
                <a:gd name="T25" fmla="*/ 426 h 521"/>
                <a:gd name="T26" fmla="*/ 95 w 521"/>
                <a:gd name="T27" fmla="*/ 462 h 521"/>
                <a:gd name="T28" fmla="*/ 137 w 521"/>
                <a:gd name="T29" fmla="*/ 489 h 521"/>
                <a:gd name="T30" fmla="*/ 183 w 521"/>
                <a:gd name="T31" fmla="*/ 508 h 521"/>
                <a:gd name="T32" fmla="*/ 234 w 521"/>
                <a:gd name="T33" fmla="*/ 519 h 521"/>
                <a:gd name="T34" fmla="*/ 261 w 521"/>
                <a:gd name="T35" fmla="*/ 521 h 521"/>
                <a:gd name="T36" fmla="*/ 313 w 521"/>
                <a:gd name="T37" fmla="*/ 516 h 521"/>
                <a:gd name="T38" fmla="*/ 361 w 521"/>
                <a:gd name="T39" fmla="*/ 499 h 521"/>
                <a:gd name="T40" fmla="*/ 406 w 521"/>
                <a:gd name="T41" fmla="*/ 476 h 521"/>
                <a:gd name="T42" fmla="*/ 444 w 521"/>
                <a:gd name="T43" fmla="*/ 444 h 521"/>
                <a:gd name="T44" fmla="*/ 476 w 521"/>
                <a:gd name="T45" fmla="*/ 406 h 521"/>
                <a:gd name="T46" fmla="*/ 500 w 521"/>
                <a:gd name="T47" fmla="*/ 361 h 521"/>
                <a:gd name="T48" fmla="*/ 516 w 521"/>
                <a:gd name="T49" fmla="*/ 313 h 521"/>
                <a:gd name="T50" fmla="*/ 521 w 521"/>
                <a:gd name="T51" fmla="*/ 260 h 521"/>
                <a:gd name="T52" fmla="*/ 519 w 521"/>
                <a:gd name="T53" fmla="*/ 233 h 521"/>
                <a:gd name="T54" fmla="*/ 509 w 521"/>
                <a:gd name="T55" fmla="*/ 183 h 521"/>
                <a:gd name="T56" fmla="*/ 489 w 521"/>
                <a:gd name="T57" fmla="*/ 136 h 521"/>
                <a:gd name="T58" fmla="*/ 462 w 521"/>
                <a:gd name="T59" fmla="*/ 95 h 521"/>
                <a:gd name="T60" fmla="*/ 426 w 521"/>
                <a:gd name="T61" fmla="*/ 59 h 521"/>
                <a:gd name="T62" fmla="*/ 385 w 521"/>
                <a:gd name="T63" fmla="*/ 30 h 521"/>
                <a:gd name="T64" fmla="*/ 338 w 521"/>
                <a:gd name="T65" fmla="*/ 11 h 521"/>
                <a:gd name="T66" fmla="*/ 288 w 521"/>
                <a:gd name="T67" fmla="*/ 2 h 521"/>
                <a:gd name="T68" fmla="*/ 261 w 521"/>
                <a:gd name="T69" fmla="*/ 0 h 521"/>
                <a:gd name="T70" fmla="*/ 284 w 521"/>
                <a:gd name="T71" fmla="*/ 259 h 521"/>
                <a:gd name="T72" fmla="*/ 284 w 521"/>
                <a:gd name="T73" fmla="*/ 420 h 521"/>
                <a:gd name="T74" fmla="*/ 218 w 521"/>
                <a:gd name="T75" fmla="*/ 420 h 521"/>
                <a:gd name="T76" fmla="*/ 185 w 521"/>
                <a:gd name="T77" fmla="*/ 259 h 521"/>
                <a:gd name="T78" fmla="*/ 218 w 521"/>
                <a:gd name="T79" fmla="*/ 203 h 521"/>
                <a:gd name="T80" fmla="*/ 218 w 521"/>
                <a:gd name="T81" fmla="*/ 165 h 521"/>
                <a:gd name="T82" fmla="*/ 221 w 521"/>
                <a:gd name="T83" fmla="*/ 144 h 521"/>
                <a:gd name="T84" fmla="*/ 230 w 521"/>
                <a:gd name="T85" fmla="*/ 122 h 521"/>
                <a:gd name="T86" fmla="*/ 252 w 521"/>
                <a:gd name="T87" fmla="*/ 104 h 521"/>
                <a:gd name="T88" fmla="*/ 286 w 521"/>
                <a:gd name="T89" fmla="*/ 99 h 521"/>
                <a:gd name="T90" fmla="*/ 334 w 521"/>
                <a:gd name="T91" fmla="*/ 153 h 521"/>
                <a:gd name="T92" fmla="*/ 298 w 521"/>
                <a:gd name="T93" fmla="*/ 153 h 521"/>
                <a:gd name="T94" fmla="*/ 295 w 521"/>
                <a:gd name="T95" fmla="*/ 154 h 521"/>
                <a:gd name="T96" fmla="*/ 286 w 521"/>
                <a:gd name="T97" fmla="*/ 162 h 521"/>
                <a:gd name="T98" fmla="*/ 284 w 521"/>
                <a:gd name="T99" fmla="*/ 203 h 521"/>
                <a:gd name="T100" fmla="*/ 329 w 521"/>
                <a:gd name="T101" fmla="*/ 25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8" y="75"/>
                  </a:lnTo>
                  <a:lnTo>
                    <a:pt x="60" y="95"/>
                  </a:lnTo>
                  <a:lnTo>
                    <a:pt x="45" y="115"/>
                  </a:lnTo>
                  <a:lnTo>
                    <a:pt x="33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3" y="384"/>
                  </a:lnTo>
                  <a:lnTo>
                    <a:pt x="45" y="406"/>
                  </a:lnTo>
                  <a:lnTo>
                    <a:pt x="60" y="426"/>
                  </a:lnTo>
                  <a:lnTo>
                    <a:pt x="78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1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4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89" y="384"/>
                  </a:lnTo>
                  <a:lnTo>
                    <a:pt x="500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0" y="158"/>
                  </a:lnTo>
                  <a:lnTo>
                    <a:pt x="489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4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1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29" y="259"/>
                  </a:moveTo>
                  <a:lnTo>
                    <a:pt x="284" y="259"/>
                  </a:lnTo>
                  <a:lnTo>
                    <a:pt x="284" y="259"/>
                  </a:lnTo>
                  <a:lnTo>
                    <a:pt x="284" y="420"/>
                  </a:lnTo>
                  <a:lnTo>
                    <a:pt x="218" y="420"/>
                  </a:lnTo>
                  <a:lnTo>
                    <a:pt x="218" y="420"/>
                  </a:lnTo>
                  <a:lnTo>
                    <a:pt x="218" y="259"/>
                  </a:lnTo>
                  <a:lnTo>
                    <a:pt x="185" y="259"/>
                  </a:lnTo>
                  <a:lnTo>
                    <a:pt x="185" y="203"/>
                  </a:lnTo>
                  <a:lnTo>
                    <a:pt x="218" y="203"/>
                  </a:lnTo>
                  <a:lnTo>
                    <a:pt x="218" y="165"/>
                  </a:lnTo>
                  <a:lnTo>
                    <a:pt x="218" y="165"/>
                  </a:lnTo>
                  <a:lnTo>
                    <a:pt x="218" y="154"/>
                  </a:lnTo>
                  <a:lnTo>
                    <a:pt x="221" y="144"/>
                  </a:lnTo>
                  <a:lnTo>
                    <a:pt x="225" y="133"/>
                  </a:lnTo>
                  <a:lnTo>
                    <a:pt x="230" y="122"/>
                  </a:lnTo>
                  <a:lnTo>
                    <a:pt x="239" y="113"/>
                  </a:lnTo>
                  <a:lnTo>
                    <a:pt x="252" y="104"/>
                  </a:lnTo>
                  <a:lnTo>
                    <a:pt x="266" y="101"/>
                  </a:lnTo>
                  <a:lnTo>
                    <a:pt x="286" y="99"/>
                  </a:lnTo>
                  <a:lnTo>
                    <a:pt x="334" y="99"/>
                  </a:lnTo>
                  <a:lnTo>
                    <a:pt x="334" y="153"/>
                  </a:lnTo>
                  <a:lnTo>
                    <a:pt x="334" y="153"/>
                  </a:lnTo>
                  <a:lnTo>
                    <a:pt x="298" y="153"/>
                  </a:lnTo>
                  <a:lnTo>
                    <a:pt x="298" y="153"/>
                  </a:lnTo>
                  <a:lnTo>
                    <a:pt x="295" y="154"/>
                  </a:lnTo>
                  <a:lnTo>
                    <a:pt x="289" y="156"/>
                  </a:lnTo>
                  <a:lnTo>
                    <a:pt x="286" y="162"/>
                  </a:lnTo>
                  <a:lnTo>
                    <a:pt x="284" y="169"/>
                  </a:lnTo>
                  <a:lnTo>
                    <a:pt x="284" y="203"/>
                  </a:lnTo>
                  <a:lnTo>
                    <a:pt x="336" y="203"/>
                  </a:lnTo>
                  <a:lnTo>
                    <a:pt x="329" y="2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9" name="Freeform 64"/>
            <p:cNvSpPr>
              <a:spLocks noEditPoints="1"/>
            </p:cNvSpPr>
            <p:nvPr/>
          </p:nvSpPr>
          <p:spPr bwMode="auto">
            <a:xfrm>
              <a:off x="2243138" y="3800475"/>
              <a:ext cx="174625" cy="293688"/>
            </a:xfrm>
            <a:custGeom>
              <a:avLst/>
              <a:gdLst>
                <a:gd name="T0" fmla="*/ 111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20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20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11 w 221"/>
                <a:gd name="T27" fmla="*/ 0 h 370"/>
                <a:gd name="T28" fmla="*/ 133 w 221"/>
                <a:gd name="T29" fmla="*/ 2 h 370"/>
                <a:gd name="T30" fmla="*/ 172 w 221"/>
                <a:gd name="T31" fmla="*/ 16 h 370"/>
                <a:gd name="T32" fmla="*/ 196 w 221"/>
                <a:gd name="T33" fmla="*/ 34 h 370"/>
                <a:gd name="T34" fmla="*/ 208 w 221"/>
                <a:gd name="T35" fmla="*/ 52 h 370"/>
                <a:gd name="T36" fmla="*/ 217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7 w 221"/>
                <a:gd name="T45" fmla="*/ 298 h 370"/>
                <a:gd name="T46" fmla="*/ 208 w 221"/>
                <a:gd name="T47" fmla="*/ 318 h 370"/>
                <a:gd name="T48" fmla="*/ 196 w 221"/>
                <a:gd name="T49" fmla="*/ 334 h 370"/>
                <a:gd name="T50" fmla="*/ 172 w 221"/>
                <a:gd name="T51" fmla="*/ 354 h 370"/>
                <a:gd name="T52" fmla="*/ 133 w 221"/>
                <a:gd name="T53" fmla="*/ 368 h 370"/>
                <a:gd name="T54" fmla="*/ 111 w 221"/>
                <a:gd name="T55" fmla="*/ 370 h 370"/>
                <a:gd name="T56" fmla="*/ 154 w 221"/>
                <a:gd name="T57" fmla="*/ 110 h 370"/>
                <a:gd name="T58" fmla="*/ 153 w 221"/>
                <a:gd name="T59" fmla="*/ 88 h 370"/>
                <a:gd name="T60" fmla="*/ 144 w 221"/>
                <a:gd name="T61" fmla="*/ 72 h 370"/>
                <a:gd name="T62" fmla="*/ 129 w 221"/>
                <a:gd name="T63" fmla="*/ 63 h 370"/>
                <a:gd name="T64" fmla="*/ 111 w 221"/>
                <a:gd name="T65" fmla="*/ 59 h 370"/>
                <a:gd name="T66" fmla="*/ 101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1 w 221"/>
                <a:gd name="T83" fmla="*/ 309 h 370"/>
                <a:gd name="T84" fmla="*/ 111 w 221"/>
                <a:gd name="T85" fmla="*/ 311 h 370"/>
                <a:gd name="T86" fmla="*/ 129 w 221"/>
                <a:gd name="T87" fmla="*/ 307 h 370"/>
                <a:gd name="T88" fmla="*/ 144 w 221"/>
                <a:gd name="T89" fmla="*/ 296 h 370"/>
                <a:gd name="T90" fmla="*/ 153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11" y="370"/>
                  </a:moveTo>
                  <a:lnTo>
                    <a:pt x="111" y="370"/>
                  </a:lnTo>
                  <a:lnTo>
                    <a:pt x="90" y="368"/>
                  </a:lnTo>
                  <a:lnTo>
                    <a:pt x="68" y="363"/>
                  </a:lnTo>
                  <a:lnTo>
                    <a:pt x="50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20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50" y="16"/>
                  </a:lnTo>
                  <a:lnTo>
                    <a:pt x="68" y="7"/>
                  </a:lnTo>
                  <a:lnTo>
                    <a:pt x="90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2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2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2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4" y="99"/>
                  </a:lnTo>
                  <a:lnTo>
                    <a:pt x="153" y="88"/>
                  </a:lnTo>
                  <a:lnTo>
                    <a:pt x="147" y="79"/>
                  </a:lnTo>
                  <a:lnTo>
                    <a:pt x="144" y="72"/>
                  </a:lnTo>
                  <a:lnTo>
                    <a:pt x="137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1" y="61"/>
                  </a:lnTo>
                  <a:lnTo>
                    <a:pt x="93" y="63"/>
                  </a:lnTo>
                  <a:lnTo>
                    <a:pt x="84" y="66"/>
                  </a:lnTo>
                  <a:lnTo>
                    <a:pt x="79" y="72"/>
                  </a:lnTo>
                  <a:lnTo>
                    <a:pt x="74" y="79"/>
                  </a:lnTo>
                  <a:lnTo>
                    <a:pt x="70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70" y="282"/>
                  </a:lnTo>
                  <a:lnTo>
                    <a:pt x="74" y="291"/>
                  </a:lnTo>
                  <a:lnTo>
                    <a:pt x="79" y="296"/>
                  </a:lnTo>
                  <a:lnTo>
                    <a:pt x="84" y="304"/>
                  </a:lnTo>
                  <a:lnTo>
                    <a:pt x="93" y="307"/>
                  </a:lnTo>
                  <a:lnTo>
                    <a:pt x="101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7" y="304"/>
                  </a:lnTo>
                  <a:lnTo>
                    <a:pt x="144" y="296"/>
                  </a:lnTo>
                  <a:lnTo>
                    <a:pt x="147" y="291"/>
                  </a:lnTo>
                  <a:lnTo>
                    <a:pt x="153" y="282"/>
                  </a:lnTo>
                  <a:lnTo>
                    <a:pt x="154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0" name="Freeform 65"/>
            <p:cNvSpPr>
              <a:spLocks noEditPoints="1"/>
            </p:cNvSpPr>
            <p:nvPr/>
          </p:nvSpPr>
          <p:spPr bwMode="auto">
            <a:xfrm>
              <a:off x="2460626" y="3800475"/>
              <a:ext cx="184150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5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3 w 234"/>
                <a:gd name="T45" fmla="*/ 219 h 370"/>
                <a:gd name="T46" fmla="*/ 234 w 234"/>
                <a:gd name="T47" fmla="*/ 261 h 370"/>
                <a:gd name="T48" fmla="*/ 230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6 w 234"/>
                <a:gd name="T71" fmla="*/ 309 h 370"/>
                <a:gd name="T72" fmla="*/ 151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1 w 234"/>
                <a:gd name="T79" fmla="*/ 225 h 370"/>
                <a:gd name="T80" fmla="*/ 126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7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3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29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7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5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4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5" y="81"/>
                  </a:lnTo>
                  <a:lnTo>
                    <a:pt x="226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3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2" y="275"/>
                  </a:lnTo>
                  <a:lnTo>
                    <a:pt x="230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4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4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6" y="309"/>
                  </a:lnTo>
                  <a:lnTo>
                    <a:pt x="137" y="307"/>
                  </a:lnTo>
                  <a:lnTo>
                    <a:pt x="144" y="302"/>
                  </a:lnTo>
                  <a:lnTo>
                    <a:pt x="151" y="296"/>
                  </a:lnTo>
                  <a:lnTo>
                    <a:pt x="158" y="289"/>
                  </a:lnTo>
                  <a:lnTo>
                    <a:pt x="162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2" y="241"/>
                  </a:lnTo>
                  <a:lnTo>
                    <a:pt x="158" y="232"/>
                  </a:lnTo>
                  <a:lnTo>
                    <a:pt x="151" y="225"/>
                  </a:lnTo>
                  <a:lnTo>
                    <a:pt x="144" y="217"/>
                  </a:lnTo>
                  <a:lnTo>
                    <a:pt x="137" y="214"/>
                  </a:lnTo>
                  <a:lnTo>
                    <a:pt x="126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6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3" y="72"/>
                  </a:lnTo>
                  <a:lnTo>
                    <a:pt x="77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7" y="131"/>
                  </a:lnTo>
                  <a:lnTo>
                    <a:pt x="83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6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1" name="Freeform 66"/>
            <p:cNvSpPr>
              <a:spLocks noEditPoints="1"/>
            </p:cNvSpPr>
            <p:nvPr/>
          </p:nvSpPr>
          <p:spPr bwMode="auto">
            <a:xfrm>
              <a:off x="2684463" y="3800475"/>
              <a:ext cx="176213" cy="293688"/>
            </a:xfrm>
            <a:custGeom>
              <a:avLst/>
              <a:gdLst>
                <a:gd name="T0" fmla="*/ 109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18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18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09 w 221"/>
                <a:gd name="T27" fmla="*/ 0 h 370"/>
                <a:gd name="T28" fmla="*/ 133 w 221"/>
                <a:gd name="T29" fmla="*/ 2 h 370"/>
                <a:gd name="T30" fmla="*/ 171 w 221"/>
                <a:gd name="T31" fmla="*/ 16 h 370"/>
                <a:gd name="T32" fmla="*/ 196 w 221"/>
                <a:gd name="T33" fmla="*/ 34 h 370"/>
                <a:gd name="T34" fmla="*/ 206 w 221"/>
                <a:gd name="T35" fmla="*/ 52 h 370"/>
                <a:gd name="T36" fmla="*/ 215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5 w 221"/>
                <a:gd name="T45" fmla="*/ 298 h 370"/>
                <a:gd name="T46" fmla="*/ 206 w 221"/>
                <a:gd name="T47" fmla="*/ 318 h 370"/>
                <a:gd name="T48" fmla="*/ 196 w 221"/>
                <a:gd name="T49" fmla="*/ 334 h 370"/>
                <a:gd name="T50" fmla="*/ 171 w 221"/>
                <a:gd name="T51" fmla="*/ 354 h 370"/>
                <a:gd name="T52" fmla="*/ 133 w 221"/>
                <a:gd name="T53" fmla="*/ 368 h 370"/>
                <a:gd name="T54" fmla="*/ 109 w 221"/>
                <a:gd name="T55" fmla="*/ 370 h 370"/>
                <a:gd name="T56" fmla="*/ 154 w 221"/>
                <a:gd name="T57" fmla="*/ 110 h 370"/>
                <a:gd name="T58" fmla="*/ 151 w 221"/>
                <a:gd name="T59" fmla="*/ 88 h 370"/>
                <a:gd name="T60" fmla="*/ 142 w 221"/>
                <a:gd name="T61" fmla="*/ 72 h 370"/>
                <a:gd name="T62" fmla="*/ 129 w 221"/>
                <a:gd name="T63" fmla="*/ 63 h 370"/>
                <a:gd name="T64" fmla="*/ 109 w 221"/>
                <a:gd name="T65" fmla="*/ 59 h 370"/>
                <a:gd name="T66" fmla="*/ 100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0 w 221"/>
                <a:gd name="T83" fmla="*/ 309 h 370"/>
                <a:gd name="T84" fmla="*/ 109 w 221"/>
                <a:gd name="T85" fmla="*/ 311 h 370"/>
                <a:gd name="T86" fmla="*/ 129 w 221"/>
                <a:gd name="T87" fmla="*/ 307 h 370"/>
                <a:gd name="T88" fmla="*/ 142 w 221"/>
                <a:gd name="T89" fmla="*/ 296 h 370"/>
                <a:gd name="T90" fmla="*/ 151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09" y="370"/>
                  </a:moveTo>
                  <a:lnTo>
                    <a:pt x="109" y="370"/>
                  </a:lnTo>
                  <a:lnTo>
                    <a:pt x="88" y="368"/>
                  </a:lnTo>
                  <a:lnTo>
                    <a:pt x="68" y="363"/>
                  </a:lnTo>
                  <a:lnTo>
                    <a:pt x="48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18" y="327"/>
                  </a:lnTo>
                  <a:lnTo>
                    <a:pt x="12" y="318"/>
                  </a:lnTo>
                  <a:lnTo>
                    <a:pt x="9" y="307"/>
                  </a:lnTo>
                  <a:lnTo>
                    <a:pt x="3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3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8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1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1" y="43"/>
                  </a:lnTo>
                  <a:lnTo>
                    <a:pt x="206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5" y="298"/>
                  </a:lnTo>
                  <a:lnTo>
                    <a:pt x="212" y="307"/>
                  </a:lnTo>
                  <a:lnTo>
                    <a:pt x="206" y="318"/>
                  </a:lnTo>
                  <a:lnTo>
                    <a:pt x="201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1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09" y="370"/>
                  </a:lnTo>
                  <a:lnTo>
                    <a:pt x="109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3" y="99"/>
                  </a:lnTo>
                  <a:lnTo>
                    <a:pt x="151" y="88"/>
                  </a:lnTo>
                  <a:lnTo>
                    <a:pt x="147" y="79"/>
                  </a:lnTo>
                  <a:lnTo>
                    <a:pt x="142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0" y="61"/>
                  </a:lnTo>
                  <a:lnTo>
                    <a:pt x="92" y="63"/>
                  </a:lnTo>
                  <a:lnTo>
                    <a:pt x="84" y="66"/>
                  </a:lnTo>
                  <a:lnTo>
                    <a:pt x="77" y="72"/>
                  </a:lnTo>
                  <a:lnTo>
                    <a:pt x="74" y="79"/>
                  </a:lnTo>
                  <a:lnTo>
                    <a:pt x="68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68" y="282"/>
                  </a:lnTo>
                  <a:lnTo>
                    <a:pt x="74" y="291"/>
                  </a:lnTo>
                  <a:lnTo>
                    <a:pt x="77" y="296"/>
                  </a:lnTo>
                  <a:lnTo>
                    <a:pt x="84" y="304"/>
                  </a:lnTo>
                  <a:lnTo>
                    <a:pt x="92" y="307"/>
                  </a:lnTo>
                  <a:lnTo>
                    <a:pt x="100" y="309"/>
                  </a:lnTo>
                  <a:lnTo>
                    <a:pt x="109" y="311"/>
                  </a:lnTo>
                  <a:lnTo>
                    <a:pt x="109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2" y="296"/>
                  </a:lnTo>
                  <a:lnTo>
                    <a:pt x="147" y="291"/>
                  </a:lnTo>
                  <a:lnTo>
                    <a:pt x="151" y="282"/>
                  </a:lnTo>
                  <a:lnTo>
                    <a:pt x="153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2" name="Freeform 67"/>
            <p:cNvSpPr>
              <a:spLocks noEditPoints="1"/>
            </p:cNvSpPr>
            <p:nvPr/>
          </p:nvSpPr>
          <p:spPr bwMode="auto">
            <a:xfrm>
              <a:off x="2905126" y="3800475"/>
              <a:ext cx="176213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2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2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6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6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2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21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21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2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8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8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3" name="Freeform 68"/>
            <p:cNvSpPr>
              <a:spLocks noEditPoints="1"/>
            </p:cNvSpPr>
            <p:nvPr/>
          </p:nvSpPr>
          <p:spPr bwMode="auto">
            <a:xfrm>
              <a:off x="3219451" y="3800475"/>
              <a:ext cx="177800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3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3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7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4" name="Freeform 69"/>
            <p:cNvSpPr>
              <a:spLocks/>
            </p:cNvSpPr>
            <p:nvPr/>
          </p:nvSpPr>
          <p:spPr bwMode="auto">
            <a:xfrm>
              <a:off x="3430588" y="3802063"/>
              <a:ext cx="195263" cy="288925"/>
            </a:xfrm>
            <a:custGeom>
              <a:avLst/>
              <a:gdLst>
                <a:gd name="T0" fmla="*/ 214 w 247"/>
                <a:gd name="T1" fmla="*/ 314 h 365"/>
                <a:gd name="T2" fmla="*/ 214 w 247"/>
                <a:gd name="T3" fmla="*/ 365 h 365"/>
                <a:gd name="T4" fmla="*/ 150 w 247"/>
                <a:gd name="T5" fmla="*/ 365 h 365"/>
                <a:gd name="T6" fmla="*/ 150 w 247"/>
                <a:gd name="T7" fmla="*/ 314 h 365"/>
                <a:gd name="T8" fmla="*/ 0 w 247"/>
                <a:gd name="T9" fmla="*/ 314 h 365"/>
                <a:gd name="T10" fmla="*/ 0 w 247"/>
                <a:gd name="T11" fmla="*/ 251 h 365"/>
                <a:gd name="T12" fmla="*/ 126 w 247"/>
                <a:gd name="T13" fmla="*/ 0 h 365"/>
                <a:gd name="T14" fmla="*/ 198 w 247"/>
                <a:gd name="T15" fmla="*/ 0 h 365"/>
                <a:gd name="T16" fmla="*/ 74 w 247"/>
                <a:gd name="T17" fmla="*/ 251 h 365"/>
                <a:gd name="T18" fmla="*/ 150 w 247"/>
                <a:gd name="T19" fmla="*/ 251 h 365"/>
                <a:gd name="T20" fmla="*/ 150 w 247"/>
                <a:gd name="T21" fmla="*/ 183 h 365"/>
                <a:gd name="T22" fmla="*/ 214 w 247"/>
                <a:gd name="T23" fmla="*/ 183 h 365"/>
                <a:gd name="T24" fmla="*/ 214 w 247"/>
                <a:gd name="T25" fmla="*/ 251 h 365"/>
                <a:gd name="T26" fmla="*/ 247 w 247"/>
                <a:gd name="T27" fmla="*/ 251 h 365"/>
                <a:gd name="T28" fmla="*/ 247 w 247"/>
                <a:gd name="T29" fmla="*/ 314 h 365"/>
                <a:gd name="T30" fmla="*/ 214 w 247"/>
                <a:gd name="T31" fmla="*/ 314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7" h="365">
                  <a:moveTo>
                    <a:pt x="214" y="314"/>
                  </a:moveTo>
                  <a:lnTo>
                    <a:pt x="214" y="365"/>
                  </a:lnTo>
                  <a:lnTo>
                    <a:pt x="150" y="365"/>
                  </a:lnTo>
                  <a:lnTo>
                    <a:pt x="150" y="314"/>
                  </a:lnTo>
                  <a:lnTo>
                    <a:pt x="0" y="314"/>
                  </a:lnTo>
                  <a:lnTo>
                    <a:pt x="0" y="251"/>
                  </a:lnTo>
                  <a:lnTo>
                    <a:pt x="126" y="0"/>
                  </a:lnTo>
                  <a:lnTo>
                    <a:pt x="198" y="0"/>
                  </a:lnTo>
                  <a:lnTo>
                    <a:pt x="74" y="251"/>
                  </a:lnTo>
                  <a:lnTo>
                    <a:pt x="150" y="251"/>
                  </a:lnTo>
                  <a:lnTo>
                    <a:pt x="150" y="183"/>
                  </a:lnTo>
                  <a:lnTo>
                    <a:pt x="214" y="183"/>
                  </a:lnTo>
                  <a:lnTo>
                    <a:pt x="214" y="251"/>
                  </a:lnTo>
                  <a:lnTo>
                    <a:pt x="247" y="251"/>
                  </a:lnTo>
                  <a:lnTo>
                    <a:pt x="247" y="314"/>
                  </a:lnTo>
                  <a:lnTo>
                    <a:pt x="214" y="31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5" name="Freeform 70"/>
            <p:cNvSpPr>
              <a:spLocks noEditPoints="1"/>
            </p:cNvSpPr>
            <p:nvPr/>
          </p:nvSpPr>
          <p:spPr bwMode="auto">
            <a:xfrm>
              <a:off x="3657601" y="3800475"/>
              <a:ext cx="185738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6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5 w 234"/>
                <a:gd name="T45" fmla="*/ 219 h 370"/>
                <a:gd name="T46" fmla="*/ 234 w 234"/>
                <a:gd name="T47" fmla="*/ 261 h 370"/>
                <a:gd name="T48" fmla="*/ 232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8 w 234"/>
                <a:gd name="T71" fmla="*/ 309 h 370"/>
                <a:gd name="T72" fmla="*/ 153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3 w 234"/>
                <a:gd name="T79" fmla="*/ 225 h 370"/>
                <a:gd name="T80" fmla="*/ 128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9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2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31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9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7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6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6" y="81"/>
                  </a:lnTo>
                  <a:lnTo>
                    <a:pt x="228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5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4" y="275"/>
                  </a:lnTo>
                  <a:lnTo>
                    <a:pt x="232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6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6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8" y="309"/>
                  </a:lnTo>
                  <a:lnTo>
                    <a:pt x="137" y="307"/>
                  </a:lnTo>
                  <a:lnTo>
                    <a:pt x="146" y="302"/>
                  </a:lnTo>
                  <a:lnTo>
                    <a:pt x="153" y="296"/>
                  </a:lnTo>
                  <a:lnTo>
                    <a:pt x="158" y="289"/>
                  </a:lnTo>
                  <a:lnTo>
                    <a:pt x="164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4" y="241"/>
                  </a:lnTo>
                  <a:lnTo>
                    <a:pt x="158" y="232"/>
                  </a:lnTo>
                  <a:lnTo>
                    <a:pt x="153" y="225"/>
                  </a:lnTo>
                  <a:lnTo>
                    <a:pt x="146" y="217"/>
                  </a:lnTo>
                  <a:lnTo>
                    <a:pt x="137" y="214"/>
                  </a:lnTo>
                  <a:lnTo>
                    <a:pt x="128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8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5" y="72"/>
                  </a:lnTo>
                  <a:lnTo>
                    <a:pt x="79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9" y="131"/>
                  </a:lnTo>
                  <a:lnTo>
                    <a:pt x="85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8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6" name="Freeform 71"/>
            <p:cNvSpPr>
              <a:spLocks/>
            </p:cNvSpPr>
            <p:nvPr/>
          </p:nvSpPr>
          <p:spPr bwMode="auto">
            <a:xfrm>
              <a:off x="3997326" y="3802063"/>
              <a:ext cx="111125" cy="288925"/>
            </a:xfrm>
            <a:custGeom>
              <a:avLst/>
              <a:gdLst>
                <a:gd name="T0" fmla="*/ 73 w 140"/>
                <a:gd name="T1" fmla="*/ 365 h 365"/>
                <a:gd name="T2" fmla="*/ 73 w 140"/>
                <a:gd name="T3" fmla="*/ 72 h 365"/>
                <a:gd name="T4" fmla="*/ 0 w 140"/>
                <a:gd name="T5" fmla="*/ 136 h 365"/>
                <a:gd name="T6" fmla="*/ 0 w 140"/>
                <a:gd name="T7" fmla="*/ 64 h 365"/>
                <a:gd name="T8" fmla="*/ 73 w 140"/>
                <a:gd name="T9" fmla="*/ 0 h 365"/>
                <a:gd name="T10" fmla="*/ 140 w 140"/>
                <a:gd name="T11" fmla="*/ 0 h 365"/>
                <a:gd name="T12" fmla="*/ 140 w 140"/>
                <a:gd name="T13" fmla="*/ 365 h 365"/>
                <a:gd name="T14" fmla="*/ 73 w 140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365">
                  <a:moveTo>
                    <a:pt x="73" y="365"/>
                  </a:moveTo>
                  <a:lnTo>
                    <a:pt x="73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3" y="0"/>
                  </a:lnTo>
                  <a:lnTo>
                    <a:pt x="140" y="0"/>
                  </a:lnTo>
                  <a:lnTo>
                    <a:pt x="140" y="365"/>
                  </a:lnTo>
                  <a:lnTo>
                    <a:pt x="73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7" name="Freeform 72"/>
            <p:cNvSpPr>
              <a:spLocks/>
            </p:cNvSpPr>
            <p:nvPr/>
          </p:nvSpPr>
          <p:spPr bwMode="auto">
            <a:xfrm>
              <a:off x="4198938" y="3800475"/>
              <a:ext cx="176213" cy="290513"/>
            </a:xfrm>
            <a:custGeom>
              <a:avLst/>
              <a:gdLst>
                <a:gd name="T0" fmla="*/ 0 w 221"/>
                <a:gd name="T1" fmla="*/ 307 h 367"/>
                <a:gd name="T2" fmla="*/ 136 w 221"/>
                <a:gd name="T3" fmla="*/ 149 h 367"/>
                <a:gd name="T4" fmla="*/ 151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9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11 w 221"/>
                <a:gd name="T17" fmla="*/ 59 h 367"/>
                <a:gd name="T18" fmla="*/ 95 w 221"/>
                <a:gd name="T19" fmla="*/ 61 h 367"/>
                <a:gd name="T20" fmla="*/ 81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2 w 221"/>
                <a:gd name="T29" fmla="*/ 83 h 367"/>
                <a:gd name="T30" fmla="*/ 9 w 221"/>
                <a:gd name="T31" fmla="*/ 61 h 367"/>
                <a:gd name="T32" fmla="*/ 18 w 221"/>
                <a:gd name="T33" fmla="*/ 43 h 367"/>
                <a:gd name="T34" fmla="*/ 32 w 221"/>
                <a:gd name="T35" fmla="*/ 27 h 367"/>
                <a:gd name="T36" fmla="*/ 66 w 221"/>
                <a:gd name="T37" fmla="*/ 7 h 367"/>
                <a:gd name="T38" fmla="*/ 111 w 221"/>
                <a:gd name="T39" fmla="*/ 0 h 367"/>
                <a:gd name="T40" fmla="*/ 134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7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2 w 221"/>
                <a:gd name="T57" fmla="*/ 149 h 367"/>
                <a:gd name="T58" fmla="*/ 183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6" y="149"/>
                  </a:lnTo>
                  <a:lnTo>
                    <a:pt x="136" y="149"/>
                  </a:lnTo>
                  <a:lnTo>
                    <a:pt x="145" y="138"/>
                  </a:lnTo>
                  <a:lnTo>
                    <a:pt x="151" y="128"/>
                  </a:lnTo>
                  <a:lnTo>
                    <a:pt x="154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2" y="86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59"/>
                  </a:lnTo>
                  <a:lnTo>
                    <a:pt x="95" y="61"/>
                  </a:lnTo>
                  <a:lnTo>
                    <a:pt x="88" y="65"/>
                  </a:lnTo>
                  <a:lnTo>
                    <a:pt x="81" y="70"/>
                  </a:lnTo>
                  <a:lnTo>
                    <a:pt x="75" y="75"/>
                  </a:lnTo>
                  <a:lnTo>
                    <a:pt x="70" y="84"/>
                  </a:lnTo>
                  <a:lnTo>
                    <a:pt x="68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4" y="2"/>
                  </a:lnTo>
                  <a:lnTo>
                    <a:pt x="156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4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2" y="149"/>
                  </a:lnTo>
                  <a:lnTo>
                    <a:pt x="199" y="169"/>
                  </a:lnTo>
                  <a:lnTo>
                    <a:pt x="183" y="189"/>
                  </a:lnTo>
                  <a:lnTo>
                    <a:pt x="81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8" name="Freeform 73"/>
            <p:cNvSpPr>
              <a:spLocks/>
            </p:cNvSpPr>
            <p:nvPr/>
          </p:nvSpPr>
          <p:spPr bwMode="auto">
            <a:xfrm>
              <a:off x="4437063" y="3802063"/>
              <a:ext cx="112713" cy="288925"/>
            </a:xfrm>
            <a:custGeom>
              <a:avLst/>
              <a:gdLst>
                <a:gd name="T0" fmla="*/ 75 w 142"/>
                <a:gd name="T1" fmla="*/ 365 h 365"/>
                <a:gd name="T2" fmla="*/ 75 w 142"/>
                <a:gd name="T3" fmla="*/ 72 h 365"/>
                <a:gd name="T4" fmla="*/ 0 w 142"/>
                <a:gd name="T5" fmla="*/ 136 h 365"/>
                <a:gd name="T6" fmla="*/ 0 w 142"/>
                <a:gd name="T7" fmla="*/ 64 h 365"/>
                <a:gd name="T8" fmla="*/ 75 w 142"/>
                <a:gd name="T9" fmla="*/ 0 h 365"/>
                <a:gd name="T10" fmla="*/ 142 w 142"/>
                <a:gd name="T11" fmla="*/ 0 h 365"/>
                <a:gd name="T12" fmla="*/ 142 w 142"/>
                <a:gd name="T13" fmla="*/ 365 h 365"/>
                <a:gd name="T14" fmla="*/ 75 w 142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365">
                  <a:moveTo>
                    <a:pt x="75" y="365"/>
                  </a:moveTo>
                  <a:lnTo>
                    <a:pt x="75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5" y="0"/>
                  </a:lnTo>
                  <a:lnTo>
                    <a:pt x="142" y="0"/>
                  </a:lnTo>
                  <a:lnTo>
                    <a:pt x="142" y="365"/>
                  </a:lnTo>
                  <a:lnTo>
                    <a:pt x="75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9" name="Freeform 74"/>
            <p:cNvSpPr>
              <a:spLocks/>
            </p:cNvSpPr>
            <p:nvPr/>
          </p:nvSpPr>
          <p:spPr bwMode="auto">
            <a:xfrm>
              <a:off x="4641851" y="3800475"/>
              <a:ext cx="174625" cy="290513"/>
            </a:xfrm>
            <a:custGeom>
              <a:avLst/>
              <a:gdLst>
                <a:gd name="T0" fmla="*/ 0 w 221"/>
                <a:gd name="T1" fmla="*/ 307 h 367"/>
                <a:gd name="T2" fmla="*/ 134 w 221"/>
                <a:gd name="T3" fmla="*/ 149 h 367"/>
                <a:gd name="T4" fmla="*/ 149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7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09 w 221"/>
                <a:gd name="T17" fmla="*/ 59 h 367"/>
                <a:gd name="T18" fmla="*/ 93 w 221"/>
                <a:gd name="T19" fmla="*/ 61 h 367"/>
                <a:gd name="T20" fmla="*/ 79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1 w 221"/>
                <a:gd name="T29" fmla="*/ 83 h 367"/>
                <a:gd name="T30" fmla="*/ 7 w 221"/>
                <a:gd name="T31" fmla="*/ 61 h 367"/>
                <a:gd name="T32" fmla="*/ 18 w 221"/>
                <a:gd name="T33" fmla="*/ 43 h 367"/>
                <a:gd name="T34" fmla="*/ 30 w 221"/>
                <a:gd name="T35" fmla="*/ 27 h 367"/>
                <a:gd name="T36" fmla="*/ 66 w 221"/>
                <a:gd name="T37" fmla="*/ 7 h 367"/>
                <a:gd name="T38" fmla="*/ 109 w 221"/>
                <a:gd name="T39" fmla="*/ 0 h 367"/>
                <a:gd name="T40" fmla="*/ 133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5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0 w 221"/>
                <a:gd name="T57" fmla="*/ 149 h 367"/>
                <a:gd name="T58" fmla="*/ 181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4" y="149"/>
                  </a:lnTo>
                  <a:lnTo>
                    <a:pt x="134" y="149"/>
                  </a:lnTo>
                  <a:lnTo>
                    <a:pt x="143" y="138"/>
                  </a:lnTo>
                  <a:lnTo>
                    <a:pt x="149" y="128"/>
                  </a:lnTo>
                  <a:lnTo>
                    <a:pt x="152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1" y="86"/>
                  </a:lnTo>
                  <a:lnTo>
                    <a:pt x="147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2" y="59"/>
                  </a:lnTo>
                  <a:lnTo>
                    <a:pt x="93" y="61"/>
                  </a:lnTo>
                  <a:lnTo>
                    <a:pt x="86" y="65"/>
                  </a:lnTo>
                  <a:lnTo>
                    <a:pt x="79" y="70"/>
                  </a:lnTo>
                  <a:lnTo>
                    <a:pt x="73" y="75"/>
                  </a:lnTo>
                  <a:lnTo>
                    <a:pt x="70" y="84"/>
                  </a:lnTo>
                  <a:lnTo>
                    <a:pt x="66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1" y="83"/>
                  </a:lnTo>
                  <a:lnTo>
                    <a:pt x="3" y="72"/>
                  </a:lnTo>
                  <a:lnTo>
                    <a:pt x="7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3" y="34"/>
                  </a:lnTo>
                  <a:lnTo>
                    <a:pt x="30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0" y="149"/>
                  </a:lnTo>
                  <a:lnTo>
                    <a:pt x="199" y="169"/>
                  </a:lnTo>
                  <a:lnTo>
                    <a:pt x="181" y="189"/>
                  </a:lnTo>
                  <a:lnTo>
                    <a:pt x="80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0" name="Freeform 159"/>
            <p:cNvSpPr>
              <a:spLocks/>
            </p:cNvSpPr>
            <p:nvPr/>
          </p:nvSpPr>
          <p:spPr bwMode="auto">
            <a:xfrm>
              <a:off x="7119938" y="3878263"/>
              <a:ext cx="179388" cy="215900"/>
            </a:xfrm>
            <a:custGeom>
              <a:avLst/>
              <a:gdLst>
                <a:gd name="T0" fmla="*/ 113 w 226"/>
                <a:gd name="T1" fmla="*/ 273 h 273"/>
                <a:gd name="T2" fmla="*/ 68 w 226"/>
                <a:gd name="T3" fmla="*/ 270 h 273"/>
                <a:gd name="T4" fmla="*/ 39 w 226"/>
                <a:gd name="T5" fmla="*/ 262 h 273"/>
                <a:gd name="T6" fmla="*/ 12 w 226"/>
                <a:gd name="T7" fmla="*/ 246 h 273"/>
                <a:gd name="T8" fmla="*/ 43 w 226"/>
                <a:gd name="T9" fmla="*/ 190 h 273"/>
                <a:gd name="T10" fmla="*/ 52 w 226"/>
                <a:gd name="T11" fmla="*/ 199 h 273"/>
                <a:gd name="T12" fmla="*/ 70 w 226"/>
                <a:gd name="T13" fmla="*/ 208 h 273"/>
                <a:gd name="T14" fmla="*/ 99 w 226"/>
                <a:gd name="T15" fmla="*/ 216 h 273"/>
                <a:gd name="T16" fmla="*/ 115 w 226"/>
                <a:gd name="T17" fmla="*/ 216 h 273"/>
                <a:gd name="T18" fmla="*/ 140 w 226"/>
                <a:gd name="T19" fmla="*/ 214 h 273"/>
                <a:gd name="T20" fmla="*/ 153 w 226"/>
                <a:gd name="T21" fmla="*/ 207 h 273"/>
                <a:gd name="T22" fmla="*/ 160 w 226"/>
                <a:gd name="T23" fmla="*/ 196 h 273"/>
                <a:gd name="T24" fmla="*/ 162 w 226"/>
                <a:gd name="T25" fmla="*/ 189 h 273"/>
                <a:gd name="T26" fmla="*/ 156 w 226"/>
                <a:gd name="T27" fmla="*/ 173 h 273"/>
                <a:gd name="T28" fmla="*/ 147 w 226"/>
                <a:gd name="T29" fmla="*/ 167 h 273"/>
                <a:gd name="T30" fmla="*/ 90 w 226"/>
                <a:gd name="T31" fmla="*/ 160 h 273"/>
                <a:gd name="T32" fmla="*/ 74 w 226"/>
                <a:gd name="T33" fmla="*/ 158 h 273"/>
                <a:gd name="T34" fmla="*/ 45 w 226"/>
                <a:gd name="T35" fmla="*/ 147 h 273"/>
                <a:gd name="T36" fmla="*/ 25 w 226"/>
                <a:gd name="T37" fmla="*/ 129 h 273"/>
                <a:gd name="T38" fmla="*/ 14 w 226"/>
                <a:gd name="T39" fmla="*/ 102 h 273"/>
                <a:gd name="T40" fmla="*/ 14 w 226"/>
                <a:gd name="T41" fmla="*/ 84 h 273"/>
                <a:gd name="T42" fmla="*/ 16 w 226"/>
                <a:gd name="T43" fmla="*/ 67 h 273"/>
                <a:gd name="T44" fmla="*/ 21 w 226"/>
                <a:gd name="T45" fmla="*/ 49 h 273"/>
                <a:gd name="T46" fmla="*/ 45 w 226"/>
                <a:gd name="T47" fmla="*/ 22 h 273"/>
                <a:gd name="T48" fmla="*/ 77 w 226"/>
                <a:gd name="T49" fmla="*/ 5 h 273"/>
                <a:gd name="T50" fmla="*/ 117 w 226"/>
                <a:gd name="T51" fmla="*/ 0 h 273"/>
                <a:gd name="T52" fmla="*/ 147 w 226"/>
                <a:gd name="T53" fmla="*/ 2 h 273"/>
                <a:gd name="T54" fmla="*/ 174 w 226"/>
                <a:gd name="T55" fmla="*/ 7 h 273"/>
                <a:gd name="T56" fmla="*/ 197 w 226"/>
                <a:gd name="T57" fmla="*/ 16 h 273"/>
                <a:gd name="T58" fmla="*/ 219 w 226"/>
                <a:gd name="T59" fmla="*/ 32 h 273"/>
                <a:gd name="T60" fmla="*/ 178 w 226"/>
                <a:gd name="T61" fmla="*/ 74 h 273"/>
                <a:gd name="T62" fmla="*/ 165 w 226"/>
                <a:gd name="T63" fmla="*/ 65 h 273"/>
                <a:gd name="T64" fmla="*/ 133 w 226"/>
                <a:gd name="T65" fmla="*/ 56 h 273"/>
                <a:gd name="T66" fmla="*/ 115 w 226"/>
                <a:gd name="T67" fmla="*/ 56 h 273"/>
                <a:gd name="T68" fmla="*/ 99 w 226"/>
                <a:gd name="T69" fmla="*/ 58 h 273"/>
                <a:gd name="T70" fmla="*/ 86 w 226"/>
                <a:gd name="T71" fmla="*/ 63 h 273"/>
                <a:gd name="T72" fmla="*/ 81 w 226"/>
                <a:gd name="T73" fmla="*/ 72 h 273"/>
                <a:gd name="T74" fmla="*/ 77 w 226"/>
                <a:gd name="T75" fmla="*/ 81 h 273"/>
                <a:gd name="T76" fmla="*/ 79 w 226"/>
                <a:gd name="T77" fmla="*/ 90 h 273"/>
                <a:gd name="T78" fmla="*/ 93 w 226"/>
                <a:gd name="T79" fmla="*/ 101 h 273"/>
                <a:gd name="T80" fmla="*/ 147 w 226"/>
                <a:gd name="T81" fmla="*/ 108 h 273"/>
                <a:gd name="T82" fmla="*/ 165 w 226"/>
                <a:gd name="T83" fmla="*/ 111 h 273"/>
                <a:gd name="T84" fmla="*/ 196 w 226"/>
                <a:gd name="T85" fmla="*/ 122 h 273"/>
                <a:gd name="T86" fmla="*/ 215 w 226"/>
                <a:gd name="T87" fmla="*/ 142 h 273"/>
                <a:gd name="T88" fmla="*/ 226 w 226"/>
                <a:gd name="T89" fmla="*/ 171 h 273"/>
                <a:gd name="T90" fmla="*/ 226 w 226"/>
                <a:gd name="T91" fmla="*/ 187 h 273"/>
                <a:gd name="T92" fmla="*/ 224 w 226"/>
                <a:gd name="T93" fmla="*/ 207 h 273"/>
                <a:gd name="T94" fmla="*/ 217 w 226"/>
                <a:gd name="T95" fmla="*/ 225 h 273"/>
                <a:gd name="T96" fmla="*/ 208 w 226"/>
                <a:gd name="T97" fmla="*/ 239 h 273"/>
                <a:gd name="T98" fmla="*/ 178 w 226"/>
                <a:gd name="T99" fmla="*/ 261 h 273"/>
                <a:gd name="T100" fmla="*/ 136 w 226"/>
                <a:gd name="T101" fmla="*/ 271 h 273"/>
                <a:gd name="T102" fmla="*/ 113 w 226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" h="273">
                  <a:moveTo>
                    <a:pt x="113" y="273"/>
                  </a:moveTo>
                  <a:lnTo>
                    <a:pt x="113" y="273"/>
                  </a:lnTo>
                  <a:lnTo>
                    <a:pt x="82" y="271"/>
                  </a:lnTo>
                  <a:lnTo>
                    <a:pt x="68" y="270"/>
                  </a:lnTo>
                  <a:lnTo>
                    <a:pt x="54" y="266"/>
                  </a:lnTo>
                  <a:lnTo>
                    <a:pt x="39" y="262"/>
                  </a:lnTo>
                  <a:lnTo>
                    <a:pt x="27" y="255"/>
                  </a:lnTo>
                  <a:lnTo>
                    <a:pt x="12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9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1" y="216"/>
                  </a:lnTo>
                  <a:lnTo>
                    <a:pt x="140" y="214"/>
                  </a:lnTo>
                  <a:lnTo>
                    <a:pt x="147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6" y="173"/>
                  </a:lnTo>
                  <a:lnTo>
                    <a:pt x="153" y="169"/>
                  </a:lnTo>
                  <a:lnTo>
                    <a:pt x="147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59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5" y="129"/>
                  </a:lnTo>
                  <a:lnTo>
                    <a:pt x="20" y="117"/>
                  </a:lnTo>
                  <a:lnTo>
                    <a:pt x="14" y="102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75"/>
                  </a:lnTo>
                  <a:lnTo>
                    <a:pt x="16" y="67"/>
                  </a:lnTo>
                  <a:lnTo>
                    <a:pt x="18" y="58"/>
                  </a:lnTo>
                  <a:lnTo>
                    <a:pt x="21" y="49"/>
                  </a:lnTo>
                  <a:lnTo>
                    <a:pt x="32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7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7" y="2"/>
                  </a:lnTo>
                  <a:lnTo>
                    <a:pt x="160" y="4"/>
                  </a:lnTo>
                  <a:lnTo>
                    <a:pt x="174" y="7"/>
                  </a:lnTo>
                  <a:lnTo>
                    <a:pt x="187" y="11"/>
                  </a:lnTo>
                  <a:lnTo>
                    <a:pt x="197" y="16"/>
                  </a:lnTo>
                  <a:lnTo>
                    <a:pt x="208" y="23"/>
                  </a:lnTo>
                  <a:lnTo>
                    <a:pt x="219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5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1" y="59"/>
                  </a:lnTo>
                  <a:lnTo>
                    <a:pt x="86" y="63"/>
                  </a:lnTo>
                  <a:lnTo>
                    <a:pt x="82" y="67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9" y="90"/>
                  </a:lnTo>
                  <a:lnTo>
                    <a:pt x="84" y="97"/>
                  </a:lnTo>
                  <a:lnTo>
                    <a:pt x="93" y="101"/>
                  </a:lnTo>
                  <a:lnTo>
                    <a:pt x="106" y="104"/>
                  </a:lnTo>
                  <a:lnTo>
                    <a:pt x="147" y="108"/>
                  </a:lnTo>
                  <a:lnTo>
                    <a:pt x="147" y="108"/>
                  </a:lnTo>
                  <a:lnTo>
                    <a:pt x="165" y="111"/>
                  </a:lnTo>
                  <a:lnTo>
                    <a:pt x="181" y="115"/>
                  </a:lnTo>
                  <a:lnTo>
                    <a:pt x="196" y="122"/>
                  </a:lnTo>
                  <a:lnTo>
                    <a:pt x="206" y="131"/>
                  </a:lnTo>
                  <a:lnTo>
                    <a:pt x="215" y="142"/>
                  </a:lnTo>
                  <a:lnTo>
                    <a:pt x="221" y="156"/>
                  </a:lnTo>
                  <a:lnTo>
                    <a:pt x="226" y="171"/>
                  </a:lnTo>
                  <a:lnTo>
                    <a:pt x="226" y="187"/>
                  </a:lnTo>
                  <a:lnTo>
                    <a:pt x="226" y="187"/>
                  </a:lnTo>
                  <a:lnTo>
                    <a:pt x="226" y="198"/>
                  </a:lnTo>
                  <a:lnTo>
                    <a:pt x="224" y="207"/>
                  </a:lnTo>
                  <a:lnTo>
                    <a:pt x="221" y="216"/>
                  </a:lnTo>
                  <a:lnTo>
                    <a:pt x="217" y="225"/>
                  </a:lnTo>
                  <a:lnTo>
                    <a:pt x="214" y="232"/>
                  </a:lnTo>
                  <a:lnTo>
                    <a:pt x="208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6" y="271"/>
                  </a:lnTo>
                  <a:lnTo>
                    <a:pt x="113" y="273"/>
                  </a:lnTo>
                  <a:lnTo>
                    <a:pt x="113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1" name="Freeform 160"/>
            <p:cNvSpPr>
              <a:spLocks/>
            </p:cNvSpPr>
            <p:nvPr/>
          </p:nvSpPr>
          <p:spPr bwMode="auto">
            <a:xfrm>
              <a:off x="7334251" y="3878263"/>
              <a:ext cx="163513" cy="215900"/>
            </a:xfrm>
            <a:custGeom>
              <a:avLst/>
              <a:gdLst>
                <a:gd name="T0" fmla="*/ 119 w 207"/>
                <a:gd name="T1" fmla="*/ 273 h 273"/>
                <a:gd name="T2" fmla="*/ 78 w 207"/>
                <a:gd name="T3" fmla="*/ 268 h 273"/>
                <a:gd name="T4" fmla="*/ 58 w 207"/>
                <a:gd name="T5" fmla="*/ 259 h 273"/>
                <a:gd name="T6" fmla="*/ 40 w 207"/>
                <a:gd name="T7" fmla="*/ 246 h 273"/>
                <a:gd name="T8" fmla="*/ 24 w 207"/>
                <a:gd name="T9" fmla="*/ 226 h 273"/>
                <a:gd name="T10" fmla="*/ 11 w 207"/>
                <a:gd name="T11" fmla="*/ 203 h 273"/>
                <a:gd name="T12" fmla="*/ 4 w 207"/>
                <a:gd name="T13" fmla="*/ 174 h 273"/>
                <a:gd name="T14" fmla="*/ 0 w 207"/>
                <a:gd name="T15" fmla="*/ 137 h 273"/>
                <a:gd name="T16" fmla="*/ 0 w 207"/>
                <a:gd name="T17" fmla="*/ 117 h 273"/>
                <a:gd name="T18" fmla="*/ 8 w 207"/>
                <a:gd name="T19" fmla="*/ 84 h 273"/>
                <a:gd name="T20" fmla="*/ 16 w 207"/>
                <a:gd name="T21" fmla="*/ 58 h 273"/>
                <a:gd name="T22" fmla="*/ 31 w 207"/>
                <a:gd name="T23" fmla="*/ 36 h 273"/>
                <a:gd name="T24" fmla="*/ 49 w 207"/>
                <a:gd name="T25" fmla="*/ 22 h 273"/>
                <a:gd name="T26" fmla="*/ 69 w 207"/>
                <a:gd name="T27" fmla="*/ 11 h 273"/>
                <a:gd name="T28" fmla="*/ 99 w 207"/>
                <a:gd name="T29" fmla="*/ 2 h 273"/>
                <a:gd name="T30" fmla="*/ 119 w 207"/>
                <a:gd name="T31" fmla="*/ 0 h 273"/>
                <a:gd name="T32" fmla="*/ 146 w 207"/>
                <a:gd name="T33" fmla="*/ 2 h 273"/>
                <a:gd name="T34" fmla="*/ 169 w 207"/>
                <a:gd name="T35" fmla="*/ 9 h 273"/>
                <a:gd name="T36" fmla="*/ 189 w 207"/>
                <a:gd name="T37" fmla="*/ 20 h 273"/>
                <a:gd name="T38" fmla="*/ 207 w 207"/>
                <a:gd name="T39" fmla="*/ 36 h 273"/>
                <a:gd name="T40" fmla="*/ 162 w 207"/>
                <a:gd name="T41" fmla="*/ 81 h 273"/>
                <a:gd name="T42" fmla="*/ 142 w 207"/>
                <a:gd name="T43" fmla="*/ 65 h 273"/>
                <a:gd name="T44" fmla="*/ 119 w 207"/>
                <a:gd name="T45" fmla="*/ 59 h 273"/>
                <a:gd name="T46" fmla="*/ 108 w 207"/>
                <a:gd name="T47" fmla="*/ 61 h 273"/>
                <a:gd name="T48" fmla="*/ 90 w 207"/>
                <a:gd name="T49" fmla="*/ 70 h 273"/>
                <a:gd name="T50" fmla="*/ 81 w 207"/>
                <a:gd name="T51" fmla="*/ 77 h 273"/>
                <a:gd name="T52" fmla="*/ 70 w 207"/>
                <a:gd name="T53" fmla="*/ 101 h 273"/>
                <a:gd name="T54" fmla="*/ 67 w 207"/>
                <a:gd name="T55" fmla="*/ 137 h 273"/>
                <a:gd name="T56" fmla="*/ 67 w 207"/>
                <a:gd name="T57" fmla="*/ 156 h 273"/>
                <a:gd name="T58" fmla="*/ 76 w 207"/>
                <a:gd name="T59" fmla="*/ 185 h 273"/>
                <a:gd name="T60" fmla="*/ 81 w 207"/>
                <a:gd name="T61" fmla="*/ 196 h 273"/>
                <a:gd name="T62" fmla="*/ 99 w 207"/>
                <a:gd name="T63" fmla="*/ 208 h 273"/>
                <a:gd name="T64" fmla="*/ 119 w 207"/>
                <a:gd name="T65" fmla="*/ 214 h 273"/>
                <a:gd name="T66" fmla="*/ 131 w 207"/>
                <a:gd name="T67" fmla="*/ 212 h 273"/>
                <a:gd name="T68" fmla="*/ 153 w 207"/>
                <a:gd name="T69" fmla="*/ 201 h 273"/>
                <a:gd name="T70" fmla="*/ 207 w 207"/>
                <a:gd name="T71" fmla="*/ 237 h 273"/>
                <a:gd name="T72" fmla="*/ 198 w 207"/>
                <a:gd name="T73" fmla="*/ 246 h 273"/>
                <a:gd name="T74" fmla="*/ 180 w 207"/>
                <a:gd name="T75" fmla="*/ 259 h 273"/>
                <a:gd name="T76" fmla="*/ 157 w 207"/>
                <a:gd name="T77" fmla="*/ 268 h 273"/>
                <a:gd name="T78" fmla="*/ 133 w 207"/>
                <a:gd name="T79" fmla="*/ 273 h 273"/>
                <a:gd name="T80" fmla="*/ 119 w 207"/>
                <a:gd name="T81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7" h="273">
                  <a:moveTo>
                    <a:pt x="119" y="273"/>
                  </a:moveTo>
                  <a:lnTo>
                    <a:pt x="119" y="273"/>
                  </a:lnTo>
                  <a:lnTo>
                    <a:pt x="99" y="271"/>
                  </a:lnTo>
                  <a:lnTo>
                    <a:pt x="78" y="268"/>
                  </a:lnTo>
                  <a:lnTo>
                    <a:pt x="69" y="264"/>
                  </a:lnTo>
                  <a:lnTo>
                    <a:pt x="58" y="259"/>
                  </a:lnTo>
                  <a:lnTo>
                    <a:pt x="49" y="253"/>
                  </a:lnTo>
                  <a:lnTo>
                    <a:pt x="40" y="246"/>
                  </a:lnTo>
                  <a:lnTo>
                    <a:pt x="31" y="237"/>
                  </a:lnTo>
                  <a:lnTo>
                    <a:pt x="24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8" y="189"/>
                  </a:lnTo>
                  <a:lnTo>
                    <a:pt x="4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17"/>
                  </a:lnTo>
                  <a:lnTo>
                    <a:pt x="4" y="99"/>
                  </a:lnTo>
                  <a:lnTo>
                    <a:pt x="8" y="84"/>
                  </a:lnTo>
                  <a:lnTo>
                    <a:pt x="11" y="70"/>
                  </a:lnTo>
                  <a:lnTo>
                    <a:pt x="16" y="58"/>
                  </a:lnTo>
                  <a:lnTo>
                    <a:pt x="24" y="47"/>
                  </a:lnTo>
                  <a:lnTo>
                    <a:pt x="31" y="36"/>
                  </a:lnTo>
                  <a:lnTo>
                    <a:pt x="40" y="29"/>
                  </a:lnTo>
                  <a:lnTo>
                    <a:pt x="49" y="22"/>
                  </a:lnTo>
                  <a:lnTo>
                    <a:pt x="58" y="14"/>
                  </a:lnTo>
                  <a:lnTo>
                    <a:pt x="69" y="11"/>
                  </a:lnTo>
                  <a:lnTo>
                    <a:pt x="78" y="7"/>
                  </a:lnTo>
                  <a:lnTo>
                    <a:pt x="99" y="2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46" y="2"/>
                  </a:lnTo>
                  <a:lnTo>
                    <a:pt x="157" y="5"/>
                  </a:lnTo>
                  <a:lnTo>
                    <a:pt x="169" y="9"/>
                  </a:lnTo>
                  <a:lnTo>
                    <a:pt x="180" y="14"/>
                  </a:lnTo>
                  <a:lnTo>
                    <a:pt x="189" y="20"/>
                  </a:lnTo>
                  <a:lnTo>
                    <a:pt x="198" y="27"/>
                  </a:lnTo>
                  <a:lnTo>
                    <a:pt x="207" y="36"/>
                  </a:lnTo>
                  <a:lnTo>
                    <a:pt x="162" y="81"/>
                  </a:lnTo>
                  <a:lnTo>
                    <a:pt x="162" y="81"/>
                  </a:lnTo>
                  <a:lnTo>
                    <a:pt x="153" y="72"/>
                  </a:lnTo>
                  <a:lnTo>
                    <a:pt x="142" y="65"/>
                  </a:lnTo>
                  <a:lnTo>
                    <a:pt x="131" y="61"/>
                  </a:lnTo>
                  <a:lnTo>
                    <a:pt x="119" y="59"/>
                  </a:lnTo>
                  <a:lnTo>
                    <a:pt x="119" y="59"/>
                  </a:lnTo>
                  <a:lnTo>
                    <a:pt x="108" y="61"/>
                  </a:lnTo>
                  <a:lnTo>
                    <a:pt x="99" y="65"/>
                  </a:lnTo>
                  <a:lnTo>
                    <a:pt x="90" y="70"/>
                  </a:lnTo>
                  <a:lnTo>
                    <a:pt x="81" y="77"/>
                  </a:lnTo>
                  <a:lnTo>
                    <a:pt x="81" y="77"/>
                  </a:lnTo>
                  <a:lnTo>
                    <a:pt x="76" y="88"/>
                  </a:lnTo>
                  <a:lnTo>
                    <a:pt x="70" y="101"/>
                  </a:lnTo>
                  <a:lnTo>
                    <a:pt x="67" y="11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56"/>
                  </a:lnTo>
                  <a:lnTo>
                    <a:pt x="70" y="173"/>
                  </a:lnTo>
                  <a:lnTo>
                    <a:pt x="76" y="185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90" y="203"/>
                  </a:lnTo>
                  <a:lnTo>
                    <a:pt x="99" y="208"/>
                  </a:lnTo>
                  <a:lnTo>
                    <a:pt x="108" y="212"/>
                  </a:lnTo>
                  <a:lnTo>
                    <a:pt x="119" y="214"/>
                  </a:lnTo>
                  <a:lnTo>
                    <a:pt x="119" y="214"/>
                  </a:lnTo>
                  <a:lnTo>
                    <a:pt x="131" y="212"/>
                  </a:lnTo>
                  <a:lnTo>
                    <a:pt x="142" y="208"/>
                  </a:lnTo>
                  <a:lnTo>
                    <a:pt x="153" y="201"/>
                  </a:lnTo>
                  <a:lnTo>
                    <a:pt x="162" y="192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198" y="246"/>
                  </a:lnTo>
                  <a:lnTo>
                    <a:pt x="189" y="253"/>
                  </a:lnTo>
                  <a:lnTo>
                    <a:pt x="180" y="259"/>
                  </a:lnTo>
                  <a:lnTo>
                    <a:pt x="169" y="264"/>
                  </a:lnTo>
                  <a:lnTo>
                    <a:pt x="157" y="268"/>
                  </a:lnTo>
                  <a:lnTo>
                    <a:pt x="146" y="271"/>
                  </a:lnTo>
                  <a:lnTo>
                    <a:pt x="133" y="273"/>
                  </a:lnTo>
                  <a:lnTo>
                    <a:pt x="119" y="273"/>
                  </a:lnTo>
                  <a:lnTo>
                    <a:pt x="119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2" name="Rectangle 161"/>
            <p:cNvSpPr>
              <a:spLocks noChangeArrowheads="1"/>
            </p:cNvSpPr>
            <p:nvPr/>
          </p:nvSpPr>
          <p:spPr bwMode="auto">
            <a:xfrm>
              <a:off x="7537451" y="4032250"/>
              <a:ext cx="60325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3" name="Freeform 162"/>
            <p:cNvSpPr>
              <a:spLocks/>
            </p:cNvSpPr>
            <p:nvPr/>
          </p:nvSpPr>
          <p:spPr bwMode="auto">
            <a:xfrm>
              <a:off x="7634288" y="3878263"/>
              <a:ext cx="179388" cy="215900"/>
            </a:xfrm>
            <a:custGeom>
              <a:avLst/>
              <a:gdLst>
                <a:gd name="T0" fmla="*/ 114 w 227"/>
                <a:gd name="T1" fmla="*/ 273 h 273"/>
                <a:gd name="T2" fmla="*/ 69 w 227"/>
                <a:gd name="T3" fmla="*/ 270 h 273"/>
                <a:gd name="T4" fmla="*/ 40 w 227"/>
                <a:gd name="T5" fmla="*/ 262 h 273"/>
                <a:gd name="T6" fmla="*/ 13 w 227"/>
                <a:gd name="T7" fmla="*/ 246 h 273"/>
                <a:gd name="T8" fmla="*/ 43 w 227"/>
                <a:gd name="T9" fmla="*/ 190 h 273"/>
                <a:gd name="T10" fmla="*/ 52 w 227"/>
                <a:gd name="T11" fmla="*/ 199 h 273"/>
                <a:gd name="T12" fmla="*/ 70 w 227"/>
                <a:gd name="T13" fmla="*/ 208 h 273"/>
                <a:gd name="T14" fmla="*/ 97 w 227"/>
                <a:gd name="T15" fmla="*/ 216 h 273"/>
                <a:gd name="T16" fmla="*/ 115 w 227"/>
                <a:gd name="T17" fmla="*/ 216 h 273"/>
                <a:gd name="T18" fmla="*/ 140 w 227"/>
                <a:gd name="T19" fmla="*/ 214 h 273"/>
                <a:gd name="T20" fmla="*/ 153 w 227"/>
                <a:gd name="T21" fmla="*/ 207 h 273"/>
                <a:gd name="T22" fmla="*/ 160 w 227"/>
                <a:gd name="T23" fmla="*/ 196 h 273"/>
                <a:gd name="T24" fmla="*/ 162 w 227"/>
                <a:gd name="T25" fmla="*/ 189 h 273"/>
                <a:gd name="T26" fmla="*/ 157 w 227"/>
                <a:gd name="T27" fmla="*/ 173 h 273"/>
                <a:gd name="T28" fmla="*/ 148 w 227"/>
                <a:gd name="T29" fmla="*/ 167 h 273"/>
                <a:gd name="T30" fmla="*/ 90 w 227"/>
                <a:gd name="T31" fmla="*/ 160 h 273"/>
                <a:gd name="T32" fmla="*/ 74 w 227"/>
                <a:gd name="T33" fmla="*/ 158 h 273"/>
                <a:gd name="T34" fmla="*/ 45 w 227"/>
                <a:gd name="T35" fmla="*/ 147 h 273"/>
                <a:gd name="T36" fmla="*/ 26 w 227"/>
                <a:gd name="T37" fmla="*/ 129 h 273"/>
                <a:gd name="T38" fmla="*/ 15 w 227"/>
                <a:gd name="T39" fmla="*/ 102 h 273"/>
                <a:gd name="T40" fmla="*/ 15 w 227"/>
                <a:gd name="T41" fmla="*/ 84 h 273"/>
                <a:gd name="T42" fmla="*/ 17 w 227"/>
                <a:gd name="T43" fmla="*/ 67 h 273"/>
                <a:gd name="T44" fmla="*/ 22 w 227"/>
                <a:gd name="T45" fmla="*/ 49 h 273"/>
                <a:gd name="T46" fmla="*/ 45 w 227"/>
                <a:gd name="T47" fmla="*/ 22 h 273"/>
                <a:gd name="T48" fmla="*/ 78 w 227"/>
                <a:gd name="T49" fmla="*/ 5 h 273"/>
                <a:gd name="T50" fmla="*/ 117 w 227"/>
                <a:gd name="T51" fmla="*/ 0 h 273"/>
                <a:gd name="T52" fmla="*/ 148 w 227"/>
                <a:gd name="T53" fmla="*/ 2 h 273"/>
                <a:gd name="T54" fmla="*/ 175 w 227"/>
                <a:gd name="T55" fmla="*/ 7 h 273"/>
                <a:gd name="T56" fmla="*/ 198 w 227"/>
                <a:gd name="T57" fmla="*/ 16 h 273"/>
                <a:gd name="T58" fmla="*/ 220 w 227"/>
                <a:gd name="T59" fmla="*/ 32 h 273"/>
                <a:gd name="T60" fmla="*/ 178 w 227"/>
                <a:gd name="T61" fmla="*/ 74 h 273"/>
                <a:gd name="T62" fmla="*/ 166 w 227"/>
                <a:gd name="T63" fmla="*/ 65 h 273"/>
                <a:gd name="T64" fmla="*/ 133 w 227"/>
                <a:gd name="T65" fmla="*/ 56 h 273"/>
                <a:gd name="T66" fmla="*/ 115 w 227"/>
                <a:gd name="T67" fmla="*/ 56 h 273"/>
                <a:gd name="T68" fmla="*/ 99 w 227"/>
                <a:gd name="T69" fmla="*/ 58 h 273"/>
                <a:gd name="T70" fmla="*/ 87 w 227"/>
                <a:gd name="T71" fmla="*/ 63 h 273"/>
                <a:gd name="T72" fmla="*/ 79 w 227"/>
                <a:gd name="T73" fmla="*/ 72 h 273"/>
                <a:gd name="T74" fmla="*/ 78 w 227"/>
                <a:gd name="T75" fmla="*/ 81 h 273"/>
                <a:gd name="T76" fmla="*/ 79 w 227"/>
                <a:gd name="T77" fmla="*/ 90 h 273"/>
                <a:gd name="T78" fmla="*/ 94 w 227"/>
                <a:gd name="T79" fmla="*/ 101 h 273"/>
                <a:gd name="T80" fmla="*/ 148 w 227"/>
                <a:gd name="T81" fmla="*/ 108 h 273"/>
                <a:gd name="T82" fmla="*/ 166 w 227"/>
                <a:gd name="T83" fmla="*/ 111 h 273"/>
                <a:gd name="T84" fmla="*/ 196 w 227"/>
                <a:gd name="T85" fmla="*/ 122 h 273"/>
                <a:gd name="T86" fmla="*/ 216 w 227"/>
                <a:gd name="T87" fmla="*/ 142 h 273"/>
                <a:gd name="T88" fmla="*/ 227 w 227"/>
                <a:gd name="T89" fmla="*/ 171 h 273"/>
                <a:gd name="T90" fmla="*/ 227 w 227"/>
                <a:gd name="T91" fmla="*/ 187 h 273"/>
                <a:gd name="T92" fmla="*/ 225 w 227"/>
                <a:gd name="T93" fmla="*/ 207 h 273"/>
                <a:gd name="T94" fmla="*/ 218 w 227"/>
                <a:gd name="T95" fmla="*/ 225 h 273"/>
                <a:gd name="T96" fmla="*/ 209 w 227"/>
                <a:gd name="T97" fmla="*/ 239 h 273"/>
                <a:gd name="T98" fmla="*/ 178 w 227"/>
                <a:gd name="T99" fmla="*/ 261 h 273"/>
                <a:gd name="T100" fmla="*/ 137 w 227"/>
                <a:gd name="T101" fmla="*/ 271 h 273"/>
                <a:gd name="T102" fmla="*/ 114 w 227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7" h="273">
                  <a:moveTo>
                    <a:pt x="114" y="273"/>
                  </a:moveTo>
                  <a:lnTo>
                    <a:pt x="114" y="273"/>
                  </a:lnTo>
                  <a:lnTo>
                    <a:pt x="83" y="271"/>
                  </a:lnTo>
                  <a:lnTo>
                    <a:pt x="69" y="270"/>
                  </a:lnTo>
                  <a:lnTo>
                    <a:pt x="54" y="266"/>
                  </a:lnTo>
                  <a:lnTo>
                    <a:pt x="40" y="262"/>
                  </a:lnTo>
                  <a:lnTo>
                    <a:pt x="27" y="255"/>
                  </a:lnTo>
                  <a:lnTo>
                    <a:pt x="13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7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2" y="216"/>
                  </a:lnTo>
                  <a:lnTo>
                    <a:pt x="140" y="214"/>
                  </a:lnTo>
                  <a:lnTo>
                    <a:pt x="148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7" y="173"/>
                  </a:lnTo>
                  <a:lnTo>
                    <a:pt x="153" y="169"/>
                  </a:lnTo>
                  <a:lnTo>
                    <a:pt x="148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60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6" y="129"/>
                  </a:lnTo>
                  <a:lnTo>
                    <a:pt x="20" y="117"/>
                  </a:lnTo>
                  <a:lnTo>
                    <a:pt x="15" y="102"/>
                  </a:lnTo>
                  <a:lnTo>
                    <a:pt x="15" y="84"/>
                  </a:lnTo>
                  <a:lnTo>
                    <a:pt x="15" y="84"/>
                  </a:lnTo>
                  <a:lnTo>
                    <a:pt x="15" y="75"/>
                  </a:lnTo>
                  <a:lnTo>
                    <a:pt x="17" y="67"/>
                  </a:lnTo>
                  <a:lnTo>
                    <a:pt x="18" y="58"/>
                  </a:lnTo>
                  <a:lnTo>
                    <a:pt x="22" y="49"/>
                  </a:lnTo>
                  <a:lnTo>
                    <a:pt x="33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8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5" y="7"/>
                  </a:lnTo>
                  <a:lnTo>
                    <a:pt x="187" y="11"/>
                  </a:lnTo>
                  <a:lnTo>
                    <a:pt x="198" y="16"/>
                  </a:lnTo>
                  <a:lnTo>
                    <a:pt x="209" y="23"/>
                  </a:lnTo>
                  <a:lnTo>
                    <a:pt x="220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6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2" y="59"/>
                  </a:lnTo>
                  <a:lnTo>
                    <a:pt x="87" y="63"/>
                  </a:lnTo>
                  <a:lnTo>
                    <a:pt x="83" y="67"/>
                  </a:lnTo>
                  <a:lnTo>
                    <a:pt x="79" y="72"/>
                  </a:lnTo>
                  <a:lnTo>
                    <a:pt x="79" y="75"/>
                  </a:lnTo>
                  <a:lnTo>
                    <a:pt x="78" y="81"/>
                  </a:lnTo>
                  <a:lnTo>
                    <a:pt x="78" y="81"/>
                  </a:lnTo>
                  <a:lnTo>
                    <a:pt x="79" y="90"/>
                  </a:lnTo>
                  <a:lnTo>
                    <a:pt x="85" y="97"/>
                  </a:lnTo>
                  <a:lnTo>
                    <a:pt x="94" y="101"/>
                  </a:lnTo>
                  <a:lnTo>
                    <a:pt x="106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66" y="111"/>
                  </a:lnTo>
                  <a:lnTo>
                    <a:pt x="182" y="115"/>
                  </a:lnTo>
                  <a:lnTo>
                    <a:pt x="196" y="122"/>
                  </a:lnTo>
                  <a:lnTo>
                    <a:pt x="207" y="131"/>
                  </a:lnTo>
                  <a:lnTo>
                    <a:pt x="216" y="142"/>
                  </a:lnTo>
                  <a:lnTo>
                    <a:pt x="221" y="156"/>
                  </a:lnTo>
                  <a:lnTo>
                    <a:pt x="227" y="171"/>
                  </a:lnTo>
                  <a:lnTo>
                    <a:pt x="227" y="187"/>
                  </a:lnTo>
                  <a:lnTo>
                    <a:pt x="227" y="187"/>
                  </a:lnTo>
                  <a:lnTo>
                    <a:pt x="227" y="198"/>
                  </a:lnTo>
                  <a:lnTo>
                    <a:pt x="225" y="207"/>
                  </a:lnTo>
                  <a:lnTo>
                    <a:pt x="221" y="216"/>
                  </a:lnTo>
                  <a:lnTo>
                    <a:pt x="218" y="225"/>
                  </a:lnTo>
                  <a:lnTo>
                    <a:pt x="214" y="232"/>
                  </a:lnTo>
                  <a:lnTo>
                    <a:pt x="209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7" y="271"/>
                  </a:lnTo>
                  <a:lnTo>
                    <a:pt x="114" y="273"/>
                  </a:lnTo>
                  <a:lnTo>
                    <a:pt x="114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4" name="Freeform 163"/>
            <p:cNvSpPr>
              <a:spLocks noEditPoints="1"/>
            </p:cNvSpPr>
            <p:nvPr/>
          </p:nvSpPr>
          <p:spPr bwMode="auto">
            <a:xfrm>
              <a:off x="7848601" y="3878263"/>
              <a:ext cx="184150" cy="215900"/>
            </a:xfrm>
            <a:custGeom>
              <a:avLst/>
              <a:gdLst>
                <a:gd name="T0" fmla="*/ 65 w 232"/>
                <a:gd name="T1" fmla="*/ 158 h 273"/>
                <a:gd name="T2" fmla="*/ 68 w 232"/>
                <a:gd name="T3" fmla="*/ 182 h 273"/>
                <a:gd name="T4" fmla="*/ 81 w 232"/>
                <a:gd name="T5" fmla="*/ 199 h 273"/>
                <a:gd name="T6" fmla="*/ 99 w 232"/>
                <a:gd name="T7" fmla="*/ 212 h 273"/>
                <a:gd name="T8" fmla="*/ 124 w 232"/>
                <a:gd name="T9" fmla="*/ 217 h 273"/>
                <a:gd name="T10" fmla="*/ 144 w 232"/>
                <a:gd name="T11" fmla="*/ 216 h 273"/>
                <a:gd name="T12" fmla="*/ 172 w 232"/>
                <a:gd name="T13" fmla="*/ 203 h 273"/>
                <a:gd name="T14" fmla="*/ 224 w 232"/>
                <a:gd name="T15" fmla="*/ 232 h 273"/>
                <a:gd name="T16" fmla="*/ 214 w 232"/>
                <a:gd name="T17" fmla="*/ 241 h 273"/>
                <a:gd name="T18" fmla="*/ 194 w 232"/>
                <a:gd name="T19" fmla="*/ 257 h 273"/>
                <a:gd name="T20" fmla="*/ 169 w 232"/>
                <a:gd name="T21" fmla="*/ 268 h 273"/>
                <a:gd name="T22" fmla="*/ 140 w 232"/>
                <a:gd name="T23" fmla="*/ 273 h 273"/>
                <a:gd name="T24" fmla="*/ 124 w 232"/>
                <a:gd name="T25" fmla="*/ 273 h 273"/>
                <a:gd name="T26" fmla="*/ 77 w 232"/>
                <a:gd name="T27" fmla="*/ 268 h 273"/>
                <a:gd name="T28" fmla="*/ 56 w 232"/>
                <a:gd name="T29" fmla="*/ 259 h 273"/>
                <a:gd name="T30" fmla="*/ 38 w 232"/>
                <a:gd name="T31" fmla="*/ 246 h 273"/>
                <a:gd name="T32" fmla="*/ 21 w 232"/>
                <a:gd name="T33" fmla="*/ 226 h 273"/>
                <a:gd name="T34" fmla="*/ 11 w 232"/>
                <a:gd name="T35" fmla="*/ 203 h 273"/>
                <a:gd name="T36" fmla="*/ 2 w 232"/>
                <a:gd name="T37" fmla="*/ 174 h 273"/>
                <a:gd name="T38" fmla="*/ 0 w 232"/>
                <a:gd name="T39" fmla="*/ 137 h 273"/>
                <a:gd name="T40" fmla="*/ 0 w 232"/>
                <a:gd name="T41" fmla="*/ 120 h 273"/>
                <a:gd name="T42" fmla="*/ 5 w 232"/>
                <a:gd name="T43" fmla="*/ 92 h 273"/>
                <a:gd name="T44" fmla="*/ 12 w 232"/>
                <a:gd name="T45" fmla="*/ 67 h 273"/>
                <a:gd name="T46" fmla="*/ 25 w 232"/>
                <a:gd name="T47" fmla="*/ 45 h 273"/>
                <a:gd name="T48" fmla="*/ 39 w 232"/>
                <a:gd name="T49" fmla="*/ 27 h 273"/>
                <a:gd name="T50" fmla="*/ 59 w 232"/>
                <a:gd name="T51" fmla="*/ 14 h 273"/>
                <a:gd name="T52" fmla="*/ 79 w 232"/>
                <a:gd name="T53" fmla="*/ 5 h 273"/>
                <a:gd name="T54" fmla="*/ 104 w 232"/>
                <a:gd name="T55" fmla="*/ 0 h 273"/>
                <a:gd name="T56" fmla="*/ 117 w 232"/>
                <a:gd name="T57" fmla="*/ 0 h 273"/>
                <a:gd name="T58" fmla="*/ 142 w 232"/>
                <a:gd name="T59" fmla="*/ 2 h 273"/>
                <a:gd name="T60" fmla="*/ 165 w 232"/>
                <a:gd name="T61" fmla="*/ 9 h 273"/>
                <a:gd name="T62" fmla="*/ 185 w 232"/>
                <a:gd name="T63" fmla="*/ 22 h 273"/>
                <a:gd name="T64" fmla="*/ 201 w 232"/>
                <a:gd name="T65" fmla="*/ 36 h 273"/>
                <a:gd name="T66" fmla="*/ 215 w 232"/>
                <a:gd name="T67" fmla="*/ 56 h 273"/>
                <a:gd name="T68" fmla="*/ 224 w 232"/>
                <a:gd name="T69" fmla="*/ 77 h 273"/>
                <a:gd name="T70" fmla="*/ 232 w 232"/>
                <a:gd name="T71" fmla="*/ 129 h 273"/>
                <a:gd name="T72" fmla="*/ 65 w 232"/>
                <a:gd name="T73" fmla="*/ 158 h 273"/>
                <a:gd name="T74" fmla="*/ 160 w 232"/>
                <a:gd name="T75" fmla="*/ 83 h 273"/>
                <a:gd name="T76" fmla="*/ 144 w 232"/>
                <a:gd name="T77" fmla="*/ 63 h 273"/>
                <a:gd name="T78" fmla="*/ 131 w 232"/>
                <a:gd name="T79" fmla="*/ 58 h 273"/>
                <a:gd name="T80" fmla="*/ 117 w 232"/>
                <a:gd name="T81" fmla="*/ 56 h 273"/>
                <a:gd name="T82" fmla="*/ 108 w 232"/>
                <a:gd name="T83" fmla="*/ 56 h 273"/>
                <a:gd name="T84" fmla="*/ 93 w 232"/>
                <a:gd name="T85" fmla="*/ 59 h 273"/>
                <a:gd name="T86" fmla="*/ 79 w 232"/>
                <a:gd name="T87" fmla="*/ 72 h 273"/>
                <a:gd name="T88" fmla="*/ 72 w 232"/>
                <a:gd name="T89" fmla="*/ 83 h 273"/>
                <a:gd name="T90" fmla="*/ 65 w 232"/>
                <a:gd name="T91" fmla="*/ 111 h 273"/>
                <a:gd name="T92" fmla="*/ 167 w 232"/>
                <a:gd name="T93" fmla="*/ 111 h 273"/>
                <a:gd name="T94" fmla="*/ 160 w 232"/>
                <a:gd name="T95" fmla="*/ 8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273">
                  <a:moveTo>
                    <a:pt x="65" y="158"/>
                  </a:moveTo>
                  <a:lnTo>
                    <a:pt x="65" y="158"/>
                  </a:lnTo>
                  <a:lnTo>
                    <a:pt x="66" y="171"/>
                  </a:lnTo>
                  <a:lnTo>
                    <a:pt x="68" y="182"/>
                  </a:lnTo>
                  <a:lnTo>
                    <a:pt x="73" y="192"/>
                  </a:lnTo>
                  <a:lnTo>
                    <a:pt x="81" y="199"/>
                  </a:lnTo>
                  <a:lnTo>
                    <a:pt x="88" y="207"/>
                  </a:lnTo>
                  <a:lnTo>
                    <a:pt x="99" y="212"/>
                  </a:lnTo>
                  <a:lnTo>
                    <a:pt x="109" y="216"/>
                  </a:lnTo>
                  <a:lnTo>
                    <a:pt x="124" y="217"/>
                  </a:lnTo>
                  <a:lnTo>
                    <a:pt x="124" y="217"/>
                  </a:lnTo>
                  <a:lnTo>
                    <a:pt x="144" y="216"/>
                  </a:lnTo>
                  <a:lnTo>
                    <a:pt x="158" y="210"/>
                  </a:lnTo>
                  <a:lnTo>
                    <a:pt x="172" y="203"/>
                  </a:lnTo>
                  <a:lnTo>
                    <a:pt x="185" y="192"/>
                  </a:lnTo>
                  <a:lnTo>
                    <a:pt x="224" y="232"/>
                  </a:lnTo>
                  <a:lnTo>
                    <a:pt x="224" y="232"/>
                  </a:lnTo>
                  <a:lnTo>
                    <a:pt x="214" y="241"/>
                  </a:lnTo>
                  <a:lnTo>
                    <a:pt x="205" y="250"/>
                  </a:lnTo>
                  <a:lnTo>
                    <a:pt x="194" y="257"/>
                  </a:lnTo>
                  <a:lnTo>
                    <a:pt x="181" y="262"/>
                  </a:lnTo>
                  <a:lnTo>
                    <a:pt x="169" y="268"/>
                  </a:lnTo>
                  <a:lnTo>
                    <a:pt x="156" y="271"/>
                  </a:lnTo>
                  <a:lnTo>
                    <a:pt x="140" y="273"/>
                  </a:lnTo>
                  <a:lnTo>
                    <a:pt x="124" y="273"/>
                  </a:lnTo>
                  <a:lnTo>
                    <a:pt x="124" y="273"/>
                  </a:lnTo>
                  <a:lnTo>
                    <a:pt x="100" y="271"/>
                  </a:lnTo>
                  <a:lnTo>
                    <a:pt x="77" y="268"/>
                  </a:lnTo>
                  <a:lnTo>
                    <a:pt x="66" y="264"/>
                  </a:lnTo>
                  <a:lnTo>
                    <a:pt x="56" y="259"/>
                  </a:lnTo>
                  <a:lnTo>
                    <a:pt x="47" y="253"/>
                  </a:lnTo>
                  <a:lnTo>
                    <a:pt x="38" y="246"/>
                  </a:lnTo>
                  <a:lnTo>
                    <a:pt x="30" y="237"/>
                  </a:lnTo>
                  <a:lnTo>
                    <a:pt x="21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5" y="189"/>
                  </a:lnTo>
                  <a:lnTo>
                    <a:pt x="2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20"/>
                  </a:lnTo>
                  <a:lnTo>
                    <a:pt x="2" y="106"/>
                  </a:lnTo>
                  <a:lnTo>
                    <a:pt x="5" y="92"/>
                  </a:lnTo>
                  <a:lnTo>
                    <a:pt x="9" y="79"/>
                  </a:lnTo>
                  <a:lnTo>
                    <a:pt x="12" y="67"/>
                  </a:lnTo>
                  <a:lnTo>
                    <a:pt x="18" y="56"/>
                  </a:lnTo>
                  <a:lnTo>
                    <a:pt x="25" y="45"/>
                  </a:lnTo>
                  <a:lnTo>
                    <a:pt x="32" y="36"/>
                  </a:lnTo>
                  <a:lnTo>
                    <a:pt x="39" y="27"/>
                  </a:lnTo>
                  <a:lnTo>
                    <a:pt x="48" y="20"/>
                  </a:lnTo>
                  <a:lnTo>
                    <a:pt x="59" y="14"/>
                  </a:lnTo>
                  <a:lnTo>
                    <a:pt x="68" y="9"/>
                  </a:lnTo>
                  <a:lnTo>
                    <a:pt x="79" y="5"/>
                  </a:lnTo>
                  <a:lnTo>
                    <a:pt x="91" y="2"/>
                  </a:lnTo>
                  <a:lnTo>
                    <a:pt x="104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0"/>
                  </a:lnTo>
                  <a:lnTo>
                    <a:pt x="142" y="2"/>
                  </a:lnTo>
                  <a:lnTo>
                    <a:pt x="154" y="5"/>
                  </a:lnTo>
                  <a:lnTo>
                    <a:pt x="165" y="9"/>
                  </a:lnTo>
                  <a:lnTo>
                    <a:pt x="176" y="14"/>
                  </a:lnTo>
                  <a:lnTo>
                    <a:pt x="185" y="22"/>
                  </a:lnTo>
                  <a:lnTo>
                    <a:pt x="194" y="29"/>
                  </a:lnTo>
                  <a:lnTo>
                    <a:pt x="201" y="36"/>
                  </a:lnTo>
                  <a:lnTo>
                    <a:pt x="208" y="45"/>
                  </a:lnTo>
                  <a:lnTo>
                    <a:pt x="215" y="56"/>
                  </a:lnTo>
                  <a:lnTo>
                    <a:pt x="221" y="67"/>
                  </a:lnTo>
                  <a:lnTo>
                    <a:pt x="224" y="77"/>
                  </a:lnTo>
                  <a:lnTo>
                    <a:pt x="230" y="102"/>
                  </a:lnTo>
                  <a:lnTo>
                    <a:pt x="232" y="129"/>
                  </a:lnTo>
                  <a:lnTo>
                    <a:pt x="232" y="158"/>
                  </a:lnTo>
                  <a:lnTo>
                    <a:pt x="65" y="158"/>
                  </a:lnTo>
                  <a:close/>
                  <a:moveTo>
                    <a:pt x="160" y="83"/>
                  </a:moveTo>
                  <a:lnTo>
                    <a:pt x="160" y="83"/>
                  </a:lnTo>
                  <a:lnTo>
                    <a:pt x="154" y="72"/>
                  </a:lnTo>
                  <a:lnTo>
                    <a:pt x="144" y="63"/>
                  </a:lnTo>
                  <a:lnTo>
                    <a:pt x="138" y="59"/>
                  </a:lnTo>
                  <a:lnTo>
                    <a:pt x="131" y="58"/>
                  </a:lnTo>
                  <a:lnTo>
                    <a:pt x="124" y="56"/>
                  </a:lnTo>
                  <a:lnTo>
                    <a:pt x="117" y="56"/>
                  </a:lnTo>
                  <a:lnTo>
                    <a:pt x="117" y="56"/>
                  </a:lnTo>
                  <a:lnTo>
                    <a:pt x="108" y="56"/>
                  </a:lnTo>
                  <a:lnTo>
                    <a:pt x="100" y="58"/>
                  </a:lnTo>
                  <a:lnTo>
                    <a:pt x="93" y="59"/>
                  </a:lnTo>
                  <a:lnTo>
                    <a:pt x="88" y="63"/>
                  </a:lnTo>
                  <a:lnTo>
                    <a:pt x="79" y="72"/>
                  </a:lnTo>
                  <a:lnTo>
                    <a:pt x="72" y="83"/>
                  </a:lnTo>
                  <a:lnTo>
                    <a:pt x="72" y="83"/>
                  </a:lnTo>
                  <a:lnTo>
                    <a:pt x="66" y="97"/>
                  </a:lnTo>
                  <a:lnTo>
                    <a:pt x="65" y="111"/>
                  </a:lnTo>
                  <a:lnTo>
                    <a:pt x="167" y="111"/>
                  </a:lnTo>
                  <a:lnTo>
                    <a:pt x="167" y="111"/>
                  </a:lnTo>
                  <a:lnTo>
                    <a:pt x="165" y="97"/>
                  </a:lnTo>
                  <a:lnTo>
                    <a:pt x="160" y="83"/>
                  </a:lnTo>
                  <a:lnTo>
                    <a:pt x="160" y="8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5" name="Freeform 164"/>
            <p:cNvSpPr>
              <a:spLocks/>
            </p:cNvSpPr>
            <p:nvPr/>
          </p:nvSpPr>
          <p:spPr bwMode="auto">
            <a:xfrm>
              <a:off x="8081963" y="3878263"/>
              <a:ext cx="176213" cy="212725"/>
            </a:xfrm>
            <a:custGeom>
              <a:avLst/>
              <a:gdLst>
                <a:gd name="T0" fmla="*/ 155 w 221"/>
                <a:gd name="T1" fmla="*/ 270 h 270"/>
                <a:gd name="T2" fmla="*/ 155 w 221"/>
                <a:gd name="T3" fmla="*/ 110 h 270"/>
                <a:gd name="T4" fmla="*/ 155 w 221"/>
                <a:gd name="T5" fmla="*/ 110 h 270"/>
                <a:gd name="T6" fmla="*/ 153 w 221"/>
                <a:gd name="T7" fmla="*/ 97 h 270"/>
                <a:gd name="T8" fmla="*/ 151 w 221"/>
                <a:gd name="T9" fmla="*/ 86 h 270"/>
                <a:gd name="T10" fmla="*/ 146 w 221"/>
                <a:gd name="T11" fmla="*/ 77 h 270"/>
                <a:gd name="T12" fmla="*/ 141 w 221"/>
                <a:gd name="T13" fmla="*/ 70 h 270"/>
                <a:gd name="T14" fmla="*/ 133 w 221"/>
                <a:gd name="T15" fmla="*/ 67 h 270"/>
                <a:gd name="T16" fmla="*/ 126 w 221"/>
                <a:gd name="T17" fmla="*/ 63 h 270"/>
                <a:gd name="T18" fmla="*/ 119 w 221"/>
                <a:gd name="T19" fmla="*/ 61 h 270"/>
                <a:gd name="T20" fmla="*/ 110 w 221"/>
                <a:gd name="T21" fmla="*/ 59 h 270"/>
                <a:gd name="T22" fmla="*/ 110 w 221"/>
                <a:gd name="T23" fmla="*/ 59 h 270"/>
                <a:gd name="T24" fmla="*/ 103 w 221"/>
                <a:gd name="T25" fmla="*/ 61 h 270"/>
                <a:gd name="T26" fmla="*/ 96 w 221"/>
                <a:gd name="T27" fmla="*/ 63 h 270"/>
                <a:gd name="T28" fmla="*/ 87 w 221"/>
                <a:gd name="T29" fmla="*/ 67 h 270"/>
                <a:gd name="T30" fmla="*/ 81 w 221"/>
                <a:gd name="T31" fmla="*/ 70 h 270"/>
                <a:gd name="T32" fmla="*/ 74 w 221"/>
                <a:gd name="T33" fmla="*/ 77 h 270"/>
                <a:gd name="T34" fmla="*/ 71 w 221"/>
                <a:gd name="T35" fmla="*/ 86 h 270"/>
                <a:gd name="T36" fmla="*/ 67 w 221"/>
                <a:gd name="T37" fmla="*/ 97 h 270"/>
                <a:gd name="T38" fmla="*/ 67 w 221"/>
                <a:gd name="T39" fmla="*/ 110 h 270"/>
                <a:gd name="T40" fmla="*/ 67 w 221"/>
                <a:gd name="T41" fmla="*/ 270 h 270"/>
                <a:gd name="T42" fmla="*/ 0 w 221"/>
                <a:gd name="T43" fmla="*/ 270 h 270"/>
                <a:gd name="T44" fmla="*/ 0 w 221"/>
                <a:gd name="T45" fmla="*/ 4 h 270"/>
                <a:gd name="T46" fmla="*/ 65 w 221"/>
                <a:gd name="T47" fmla="*/ 4 h 270"/>
                <a:gd name="T48" fmla="*/ 65 w 221"/>
                <a:gd name="T49" fmla="*/ 29 h 270"/>
                <a:gd name="T50" fmla="*/ 65 w 221"/>
                <a:gd name="T51" fmla="*/ 29 h 270"/>
                <a:gd name="T52" fmla="*/ 79 w 221"/>
                <a:gd name="T53" fmla="*/ 16 h 270"/>
                <a:gd name="T54" fmla="*/ 96 w 221"/>
                <a:gd name="T55" fmla="*/ 7 h 270"/>
                <a:gd name="T56" fmla="*/ 114 w 221"/>
                <a:gd name="T57" fmla="*/ 2 h 270"/>
                <a:gd name="T58" fmla="*/ 132 w 221"/>
                <a:gd name="T59" fmla="*/ 0 h 270"/>
                <a:gd name="T60" fmla="*/ 132 w 221"/>
                <a:gd name="T61" fmla="*/ 0 h 270"/>
                <a:gd name="T62" fmla="*/ 150 w 221"/>
                <a:gd name="T63" fmla="*/ 2 h 270"/>
                <a:gd name="T64" fmla="*/ 168 w 221"/>
                <a:gd name="T65" fmla="*/ 7 h 270"/>
                <a:gd name="T66" fmla="*/ 182 w 221"/>
                <a:gd name="T67" fmla="*/ 14 h 270"/>
                <a:gd name="T68" fmla="*/ 194 w 221"/>
                <a:gd name="T69" fmla="*/ 23 h 270"/>
                <a:gd name="T70" fmla="*/ 194 w 221"/>
                <a:gd name="T71" fmla="*/ 23 h 270"/>
                <a:gd name="T72" fmla="*/ 202 w 221"/>
                <a:gd name="T73" fmla="*/ 32 h 270"/>
                <a:gd name="T74" fmla="*/ 207 w 221"/>
                <a:gd name="T75" fmla="*/ 41 h 270"/>
                <a:gd name="T76" fmla="*/ 212 w 221"/>
                <a:gd name="T77" fmla="*/ 50 h 270"/>
                <a:gd name="T78" fmla="*/ 216 w 221"/>
                <a:gd name="T79" fmla="*/ 59 h 270"/>
                <a:gd name="T80" fmla="*/ 220 w 221"/>
                <a:gd name="T81" fmla="*/ 79 h 270"/>
                <a:gd name="T82" fmla="*/ 221 w 221"/>
                <a:gd name="T83" fmla="*/ 99 h 270"/>
                <a:gd name="T84" fmla="*/ 221 w 221"/>
                <a:gd name="T85" fmla="*/ 270 h 270"/>
                <a:gd name="T86" fmla="*/ 155 w 221"/>
                <a:gd name="T8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1" h="270">
                  <a:moveTo>
                    <a:pt x="155" y="270"/>
                  </a:moveTo>
                  <a:lnTo>
                    <a:pt x="155" y="110"/>
                  </a:lnTo>
                  <a:lnTo>
                    <a:pt x="155" y="110"/>
                  </a:lnTo>
                  <a:lnTo>
                    <a:pt x="153" y="97"/>
                  </a:lnTo>
                  <a:lnTo>
                    <a:pt x="151" y="86"/>
                  </a:lnTo>
                  <a:lnTo>
                    <a:pt x="146" y="77"/>
                  </a:lnTo>
                  <a:lnTo>
                    <a:pt x="141" y="70"/>
                  </a:lnTo>
                  <a:lnTo>
                    <a:pt x="133" y="67"/>
                  </a:lnTo>
                  <a:lnTo>
                    <a:pt x="126" y="63"/>
                  </a:lnTo>
                  <a:lnTo>
                    <a:pt x="119" y="61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7" y="67"/>
                  </a:lnTo>
                  <a:lnTo>
                    <a:pt x="81" y="70"/>
                  </a:lnTo>
                  <a:lnTo>
                    <a:pt x="74" y="77"/>
                  </a:lnTo>
                  <a:lnTo>
                    <a:pt x="71" y="86"/>
                  </a:lnTo>
                  <a:lnTo>
                    <a:pt x="67" y="97"/>
                  </a:lnTo>
                  <a:lnTo>
                    <a:pt x="67" y="110"/>
                  </a:lnTo>
                  <a:lnTo>
                    <a:pt x="67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5" y="4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79" y="16"/>
                  </a:lnTo>
                  <a:lnTo>
                    <a:pt x="96" y="7"/>
                  </a:lnTo>
                  <a:lnTo>
                    <a:pt x="114" y="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50" y="2"/>
                  </a:lnTo>
                  <a:lnTo>
                    <a:pt x="168" y="7"/>
                  </a:lnTo>
                  <a:lnTo>
                    <a:pt x="182" y="14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202" y="32"/>
                  </a:lnTo>
                  <a:lnTo>
                    <a:pt x="207" y="41"/>
                  </a:lnTo>
                  <a:lnTo>
                    <a:pt x="212" y="50"/>
                  </a:lnTo>
                  <a:lnTo>
                    <a:pt x="216" y="59"/>
                  </a:lnTo>
                  <a:lnTo>
                    <a:pt x="220" y="79"/>
                  </a:lnTo>
                  <a:lnTo>
                    <a:pt x="221" y="99"/>
                  </a:lnTo>
                  <a:lnTo>
                    <a:pt x="221" y="270"/>
                  </a:lnTo>
                  <a:lnTo>
                    <a:pt x="155" y="2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6" name="Freeform 165"/>
            <p:cNvSpPr>
              <a:spLocks noEditPoints="1"/>
            </p:cNvSpPr>
            <p:nvPr/>
          </p:nvSpPr>
          <p:spPr bwMode="auto">
            <a:xfrm>
              <a:off x="8299451" y="3878263"/>
              <a:ext cx="174625" cy="215900"/>
            </a:xfrm>
            <a:custGeom>
              <a:avLst/>
              <a:gdLst>
                <a:gd name="T0" fmla="*/ 156 w 220"/>
                <a:gd name="T1" fmla="*/ 248 h 273"/>
                <a:gd name="T2" fmla="*/ 143 w 220"/>
                <a:gd name="T3" fmla="*/ 259 h 273"/>
                <a:gd name="T4" fmla="*/ 111 w 220"/>
                <a:gd name="T5" fmla="*/ 271 h 273"/>
                <a:gd name="T6" fmla="*/ 91 w 220"/>
                <a:gd name="T7" fmla="*/ 273 h 273"/>
                <a:gd name="T8" fmla="*/ 50 w 220"/>
                <a:gd name="T9" fmla="*/ 266 h 273"/>
                <a:gd name="T10" fmla="*/ 23 w 220"/>
                <a:gd name="T11" fmla="*/ 250 h 273"/>
                <a:gd name="T12" fmla="*/ 12 w 220"/>
                <a:gd name="T13" fmla="*/ 237 h 273"/>
                <a:gd name="T14" fmla="*/ 1 w 220"/>
                <a:gd name="T15" fmla="*/ 207 h 273"/>
                <a:gd name="T16" fmla="*/ 0 w 220"/>
                <a:gd name="T17" fmla="*/ 189 h 273"/>
                <a:gd name="T18" fmla="*/ 5 w 220"/>
                <a:gd name="T19" fmla="*/ 160 h 273"/>
                <a:gd name="T20" fmla="*/ 23 w 220"/>
                <a:gd name="T21" fmla="*/ 135 h 273"/>
                <a:gd name="T22" fmla="*/ 52 w 220"/>
                <a:gd name="T23" fmla="*/ 119 h 273"/>
                <a:gd name="T24" fmla="*/ 93 w 220"/>
                <a:gd name="T25" fmla="*/ 111 h 273"/>
                <a:gd name="T26" fmla="*/ 154 w 220"/>
                <a:gd name="T27" fmla="*/ 99 h 273"/>
                <a:gd name="T28" fmla="*/ 154 w 220"/>
                <a:gd name="T29" fmla="*/ 88 h 273"/>
                <a:gd name="T30" fmla="*/ 149 w 220"/>
                <a:gd name="T31" fmla="*/ 72 h 273"/>
                <a:gd name="T32" fmla="*/ 136 w 220"/>
                <a:gd name="T33" fmla="*/ 63 h 273"/>
                <a:gd name="T34" fmla="*/ 116 w 220"/>
                <a:gd name="T35" fmla="*/ 58 h 273"/>
                <a:gd name="T36" fmla="*/ 106 w 220"/>
                <a:gd name="T37" fmla="*/ 58 h 273"/>
                <a:gd name="T38" fmla="*/ 75 w 220"/>
                <a:gd name="T39" fmla="*/ 61 h 273"/>
                <a:gd name="T40" fmla="*/ 53 w 220"/>
                <a:gd name="T41" fmla="*/ 79 h 273"/>
                <a:gd name="T42" fmla="*/ 12 w 220"/>
                <a:gd name="T43" fmla="*/ 38 h 273"/>
                <a:gd name="T44" fmla="*/ 32 w 220"/>
                <a:gd name="T45" fmla="*/ 20 h 273"/>
                <a:gd name="T46" fmla="*/ 52 w 220"/>
                <a:gd name="T47" fmla="*/ 9 h 273"/>
                <a:gd name="T48" fmla="*/ 77 w 220"/>
                <a:gd name="T49" fmla="*/ 2 h 273"/>
                <a:gd name="T50" fmla="*/ 107 w 220"/>
                <a:gd name="T51" fmla="*/ 0 h 273"/>
                <a:gd name="T52" fmla="*/ 134 w 220"/>
                <a:gd name="T53" fmla="*/ 2 h 273"/>
                <a:gd name="T54" fmla="*/ 176 w 220"/>
                <a:gd name="T55" fmla="*/ 14 h 273"/>
                <a:gd name="T56" fmla="*/ 192 w 220"/>
                <a:gd name="T57" fmla="*/ 23 h 273"/>
                <a:gd name="T58" fmla="*/ 204 w 220"/>
                <a:gd name="T59" fmla="*/ 38 h 273"/>
                <a:gd name="T60" fmla="*/ 213 w 220"/>
                <a:gd name="T61" fmla="*/ 54 h 273"/>
                <a:gd name="T62" fmla="*/ 220 w 220"/>
                <a:gd name="T63" fmla="*/ 95 h 273"/>
                <a:gd name="T64" fmla="*/ 156 w 220"/>
                <a:gd name="T65" fmla="*/ 270 h 273"/>
                <a:gd name="T66" fmla="*/ 104 w 220"/>
                <a:gd name="T67" fmla="*/ 158 h 273"/>
                <a:gd name="T68" fmla="*/ 95 w 220"/>
                <a:gd name="T69" fmla="*/ 158 h 273"/>
                <a:gd name="T70" fmla="*/ 79 w 220"/>
                <a:gd name="T71" fmla="*/ 162 h 273"/>
                <a:gd name="T72" fmla="*/ 70 w 220"/>
                <a:gd name="T73" fmla="*/ 169 h 273"/>
                <a:gd name="T74" fmla="*/ 64 w 220"/>
                <a:gd name="T75" fmla="*/ 182 h 273"/>
                <a:gd name="T76" fmla="*/ 64 w 220"/>
                <a:gd name="T77" fmla="*/ 189 h 273"/>
                <a:gd name="T78" fmla="*/ 66 w 220"/>
                <a:gd name="T79" fmla="*/ 201 h 273"/>
                <a:gd name="T80" fmla="*/ 73 w 220"/>
                <a:gd name="T81" fmla="*/ 210 h 273"/>
                <a:gd name="T82" fmla="*/ 88 w 220"/>
                <a:gd name="T83" fmla="*/ 216 h 273"/>
                <a:gd name="T84" fmla="*/ 106 w 220"/>
                <a:gd name="T85" fmla="*/ 219 h 273"/>
                <a:gd name="T86" fmla="*/ 116 w 220"/>
                <a:gd name="T87" fmla="*/ 217 h 273"/>
                <a:gd name="T88" fmla="*/ 136 w 220"/>
                <a:gd name="T89" fmla="*/ 212 h 273"/>
                <a:gd name="T90" fmla="*/ 143 w 220"/>
                <a:gd name="T91" fmla="*/ 205 h 273"/>
                <a:gd name="T92" fmla="*/ 152 w 220"/>
                <a:gd name="T93" fmla="*/ 192 h 273"/>
                <a:gd name="T94" fmla="*/ 154 w 220"/>
                <a:gd name="T95" fmla="*/ 1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0" h="273">
                  <a:moveTo>
                    <a:pt x="156" y="270"/>
                  </a:moveTo>
                  <a:lnTo>
                    <a:pt x="156" y="248"/>
                  </a:lnTo>
                  <a:lnTo>
                    <a:pt x="156" y="248"/>
                  </a:lnTo>
                  <a:lnTo>
                    <a:pt x="143" y="259"/>
                  </a:lnTo>
                  <a:lnTo>
                    <a:pt x="127" y="266"/>
                  </a:lnTo>
                  <a:lnTo>
                    <a:pt x="111" y="271"/>
                  </a:lnTo>
                  <a:lnTo>
                    <a:pt x="91" y="273"/>
                  </a:lnTo>
                  <a:lnTo>
                    <a:pt x="91" y="273"/>
                  </a:lnTo>
                  <a:lnTo>
                    <a:pt x="70" y="271"/>
                  </a:lnTo>
                  <a:lnTo>
                    <a:pt x="50" y="266"/>
                  </a:lnTo>
                  <a:lnTo>
                    <a:pt x="35" y="259"/>
                  </a:lnTo>
                  <a:lnTo>
                    <a:pt x="23" y="250"/>
                  </a:lnTo>
                  <a:lnTo>
                    <a:pt x="23" y="250"/>
                  </a:lnTo>
                  <a:lnTo>
                    <a:pt x="12" y="237"/>
                  </a:lnTo>
                  <a:lnTo>
                    <a:pt x="7" y="223"/>
                  </a:lnTo>
                  <a:lnTo>
                    <a:pt x="1" y="207"/>
                  </a:lnTo>
                  <a:lnTo>
                    <a:pt x="0" y="189"/>
                  </a:lnTo>
                  <a:lnTo>
                    <a:pt x="0" y="189"/>
                  </a:lnTo>
                  <a:lnTo>
                    <a:pt x="1" y="174"/>
                  </a:lnTo>
                  <a:lnTo>
                    <a:pt x="5" y="160"/>
                  </a:lnTo>
                  <a:lnTo>
                    <a:pt x="12" y="146"/>
                  </a:lnTo>
                  <a:lnTo>
                    <a:pt x="23" y="135"/>
                  </a:lnTo>
                  <a:lnTo>
                    <a:pt x="35" y="126"/>
                  </a:lnTo>
                  <a:lnTo>
                    <a:pt x="52" y="119"/>
                  </a:lnTo>
                  <a:lnTo>
                    <a:pt x="70" y="113"/>
                  </a:lnTo>
                  <a:lnTo>
                    <a:pt x="93" y="111"/>
                  </a:lnTo>
                  <a:lnTo>
                    <a:pt x="154" y="111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88"/>
                  </a:lnTo>
                  <a:lnTo>
                    <a:pt x="152" y="79"/>
                  </a:lnTo>
                  <a:lnTo>
                    <a:pt x="149" y="72"/>
                  </a:lnTo>
                  <a:lnTo>
                    <a:pt x="143" y="67"/>
                  </a:lnTo>
                  <a:lnTo>
                    <a:pt x="136" y="63"/>
                  </a:lnTo>
                  <a:lnTo>
                    <a:pt x="127" y="59"/>
                  </a:lnTo>
                  <a:lnTo>
                    <a:pt x="116" y="58"/>
                  </a:lnTo>
                  <a:lnTo>
                    <a:pt x="106" y="58"/>
                  </a:lnTo>
                  <a:lnTo>
                    <a:pt x="106" y="58"/>
                  </a:lnTo>
                  <a:lnTo>
                    <a:pt x="89" y="58"/>
                  </a:lnTo>
                  <a:lnTo>
                    <a:pt x="75" y="61"/>
                  </a:lnTo>
                  <a:lnTo>
                    <a:pt x="64" y="68"/>
                  </a:lnTo>
                  <a:lnTo>
                    <a:pt x="53" y="79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1" y="29"/>
                  </a:lnTo>
                  <a:lnTo>
                    <a:pt x="32" y="20"/>
                  </a:lnTo>
                  <a:lnTo>
                    <a:pt x="41" y="14"/>
                  </a:lnTo>
                  <a:lnTo>
                    <a:pt x="52" y="9"/>
                  </a:lnTo>
                  <a:lnTo>
                    <a:pt x="64" y="5"/>
                  </a:lnTo>
                  <a:lnTo>
                    <a:pt x="77" y="2"/>
                  </a:lnTo>
                  <a:lnTo>
                    <a:pt x="91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34" y="2"/>
                  </a:lnTo>
                  <a:lnTo>
                    <a:pt x="158" y="5"/>
                  </a:lnTo>
                  <a:lnTo>
                    <a:pt x="176" y="14"/>
                  </a:lnTo>
                  <a:lnTo>
                    <a:pt x="185" y="18"/>
                  </a:lnTo>
                  <a:lnTo>
                    <a:pt x="192" y="23"/>
                  </a:lnTo>
                  <a:lnTo>
                    <a:pt x="199" y="31"/>
                  </a:lnTo>
                  <a:lnTo>
                    <a:pt x="204" y="38"/>
                  </a:lnTo>
                  <a:lnTo>
                    <a:pt x="210" y="45"/>
                  </a:lnTo>
                  <a:lnTo>
                    <a:pt x="213" y="54"/>
                  </a:lnTo>
                  <a:lnTo>
                    <a:pt x="219" y="72"/>
                  </a:lnTo>
                  <a:lnTo>
                    <a:pt x="220" y="95"/>
                  </a:lnTo>
                  <a:lnTo>
                    <a:pt x="220" y="270"/>
                  </a:lnTo>
                  <a:lnTo>
                    <a:pt x="156" y="270"/>
                  </a:lnTo>
                  <a:close/>
                  <a:moveTo>
                    <a:pt x="154" y="158"/>
                  </a:moveTo>
                  <a:lnTo>
                    <a:pt x="104" y="158"/>
                  </a:lnTo>
                  <a:lnTo>
                    <a:pt x="104" y="158"/>
                  </a:lnTo>
                  <a:lnTo>
                    <a:pt x="95" y="158"/>
                  </a:lnTo>
                  <a:lnTo>
                    <a:pt x="86" y="160"/>
                  </a:lnTo>
                  <a:lnTo>
                    <a:pt x="79" y="162"/>
                  </a:lnTo>
                  <a:lnTo>
                    <a:pt x="73" y="165"/>
                  </a:lnTo>
                  <a:lnTo>
                    <a:pt x="70" y="169"/>
                  </a:lnTo>
                  <a:lnTo>
                    <a:pt x="66" y="174"/>
                  </a:lnTo>
                  <a:lnTo>
                    <a:pt x="64" y="182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64" y="194"/>
                  </a:lnTo>
                  <a:lnTo>
                    <a:pt x="66" y="201"/>
                  </a:lnTo>
                  <a:lnTo>
                    <a:pt x="70" y="207"/>
                  </a:lnTo>
                  <a:lnTo>
                    <a:pt x="73" y="210"/>
                  </a:lnTo>
                  <a:lnTo>
                    <a:pt x="80" y="214"/>
                  </a:lnTo>
                  <a:lnTo>
                    <a:pt x="88" y="216"/>
                  </a:lnTo>
                  <a:lnTo>
                    <a:pt x="95" y="217"/>
                  </a:lnTo>
                  <a:lnTo>
                    <a:pt x="106" y="219"/>
                  </a:lnTo>
                  <a:lnTo>
                    <a:pt x="106" y="219"/>
                  </a:lnTo>
                  <a:lnTo>
                    <a:pt x="116" y="217"/>
                  </a:lnTo>
                  <a:lnTo>
                    <a:pt x="127" y="216"/>
                  </a:lnTo>
                  <a:lnTo>
                    <a:pt x="136" y="212"/>
                  </a:lnTo>
                  <a:lnTo>
                    <a:pt x="143" y="205"/>
                  </a:lnTo>
                  <a:lnTo>
                    <a:pt x="143" y="205"/>
                  </a:lnTo>
                  <a:lnTo>
                    <a:pt x="149" y="199"/>
                  </a:lnTo>
                  <a:lnTo>
                    <a:pt x="152" y="192"/>
                  </a:lnTo>
                  <a:lnTo>
                    <a:pt x="154" y="183"/>
                  </a:lnTo>
                  <a:lnTo>
                    <a:pt x="154" y="173"/>
                  </a:lnTo>
                  <a:lnTo>
                    <a:pt x="154" y="158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7" name="Freeform 166"/>
            <p:cNvSpPr>
              <a:spLocks noEditPoints="1"/>
            </p:cNvSpPr>
            <p:nvPr/>
          </p:nvSpPr>
          <p:spPr bwMode="auto">
            <a:xfrm>
              <a:off x="8531226" y="3800475"/>
              <a:ext cx="53975" cy="290513"/>
            </a:xfrm>
            <a:custGeom>
              <a:avLst/>
              <a:gdLst>
                <a:gd name="T0" fmla="*/ 0 w 69"/>
                <a:gd name="T1" fmla="*/ 54 h 367"/>
                <a:gd name="T2" fmla="*/ 0 w 69"/>
                <a:gd name="T3" fmla="*/ 0 h 367"/>
                <a:gd name="T4" fmla="*/ 69 w 69"/>
                <a:gd name="T5" fmla="*/ 0 h 367"/>
                <a:gd name="T6" fmla="*/ 69 w 69"/>
                <a:gd name="T7" fmla="*/ 54 h 367"/>
                <a:gd name="T8" fmla="*/ 0 w 69"/>
                <a:gd name="T9" fmla="*/ 54 h 367"/>
                <a:gd name="T10" fmla="*/ 0 w 69"/>
                <a:gd name="T11" fmla="*/ 367 h 367"/>
                <a:gd name="T12" fmla="*/ 0 w 69"/>
                <a:gd name="T13" fmla="*/ 108 h 367"/>
                <a:gd name="T14" fmla="*/ 67 w 69"/>
                <a:gd name="T15" fmla="*/ 108 h 367"/>
                <a:gd name="T16" fmla="*/ 67 w 69"/>
                <a:gd name="T17" fmla="*/ 367 h 367"/>
                <a:gd name="T18" fmla="*/ 0 w 69"/>
                <a:gd name="T1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367">
                  <a:moveTo>
                    <a:pt x="0" y="54"/>
                  </a:moveTo>
                  <a:lnTo>
                    <a:pt x="0" y="0"/>
                  </a:lnTo>
                  <a:lnTo>
                    <a:pt x="69" y="0"/>
                  </a:lnTo>
                  <a:lnTo>
                    <a:pt x="69" y="54"/>
                  </a:lnTo>
                  <a:lnTo>
                    <a:pt x="0" y="54"/>
                  </a:lnTo>
                  <a:close/>
                  <a:moveTo>
                    <a:pt x="0" y="367"/>
                  </a:moveTo>
                  <a:lnTo>
                    <a:pt x="0" y="108"/>
                  </a:lnTo>
                  <a:lnTo>
                    <a:pt x="67" y="108"/>
                  </a:lnTo>
                  <a:lnTo>
                    <a:pt x="67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8" name="Rectangle 167"/>
            <p:cNvSpPr>
              <a:spLocks noChangeArrowheads="1"/>
            </p:cNvSpPr>
            <p:nvPr/>
          </p:nvSpPr>
          <p:spPr bwMode="auto">
            <a:xfrm>
              <a:off x="8640763" y="4032250"/>
              <a:ext cx="61913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9" name="Freeform 168"/>
            <p:cNvSpPr>
              <a:spLocks noEditPoints="1"/>
            </p:cNvSpPr>
            <p:nvPr/>
          </p:nvSpPr>
          <p:spPr bwMode="auto">
            <a:xfrm>
              <a:off x="8759826" y="3802063"/>
              <a:ext cx="176213" cy="292100"/>
            </a:xfrm>
            <a:custGeom>
              <a:avLst/>
              <a:gdLst>
                <a:gd name="T0" fmla="*/ 196 w 223"/>
                <a:gd name="T1" fmla="*/ 345 h 368"/>
                <a:gd name="T2" fmla="*/ 167 w 223"/>
                <a:gd name="T3" fmla="*/ 363 h 368"/>
                <a:gd name="T4" fmla="*/ 131 w 223"/>
                <a:gd name="T5" fmla="*/ 368 h 368"/>
                <a:gd name="T6" fmla="*/ 111 w 223"/>
                <a:gd name="T7" fmla="*/ 366 h 368"/>
                <a:gd name="T8" fmla="*/ 86 w 223"/>
                <a:gd name="T9" fmla="*/ 357 h 368"/>
                <a:gd name="T10" fmla="*/ 64 w 223"/>
                <a:gd name="T11" fmla="*/ 339 h 368"/>
                <a:gd name="T12" fmla="*/ 0 w 223"/>
                <a:gd name="T13" fmla="*/ 365 h 368"/>
                <a:gd name="T14" fmla="*/ 66 w 223"/>
                <a:gd name="T15" fmla="*/ 0 h 368"/>
                <a:gd name="T16" fmla="*/ 66 w 223"/>
                <a:gd name="T17" fmla="*/ 122 h 368"/>
                <a:gd name="T18" fmla="*/ 95 w 223"/>
                <a:gd name="T19" fmla="*/ 100 h 368"/>
                <a:gd name="T20" fmla="*/ 131 w 223"/>
                <a:gd name="T21" fmla="*/ 95 h 368"/>
                <a:gd name="T22" fmla="*/ 151 w 223"/>
                <a:gd name="T23" fmla="*/ 97 h 368"/>
                <a:gd name="T24" fmla="*/ 183 w 223"/>
                <a:gd name="T25" fmla="*/ 109 h 368"/>
                <a:gd name="T26" fmla="*/ 196 w 223"/>
                <a:gd name="T27" fmla="*/ 120 h 368"/>
                <a:gd name="T28" fmla="*/ 210 w 223"/>
                <a:gd name="T29" fmla="*/ 142 h 368"/>
                <a:gd name="T30" fmla="*/ 219 w 223"/>
                <a:gd name="T31" fmla="*/ 169 h 368"/>
                <a:gd name="T32" fmla="*/ 223 w 223"/>
                <a:gd name="T33" fmla="*/ 199 h 368"/>
                <a:gd name="T34" fmla="*/ 223 w 223"/>
                <a:gd name="T35" fmla="*/ 232 h 368"/>
                <a:gd name="T36" fmla="*/ 221 w 223"/>
                <a:gd name="T37" fmla="*/ 280 h 368"/>
                <a:gd name="T38" fmla="*/ 215 w 223"/>
                <a:gd name="T39" fmla="*/ 309 h 368"/>
                <a:gd name="T40" fmla="*/ 203 w 223"/>
                <a:gd name="T41" fmla="*/ 334 h 368"/>
                <a:gd name="T42" fmla="*/ 196 w 223"/>
                <a:gd name="T43" fmla="*/ 345 h 368"/>
                <a:gd name="T44" fmla="*/ 111 w 223"/>
                <a:gd name="T45" fmla="*/ 154 h 368"/>
                <a:gd name="T46" fmla="*/ 88 w 223"/>
                <a:gd name="T47" fmla="*/ 162 h 368"/>
                <a:gd name="T48" fmla="*/ 73 w 223"/>
                <a:gd name="T49" fmla="*/ 178 h 368"/>
                <a:gd name="T50" fmla="*/ 68 w 223"/>
                <a:gd name="T51" fmla="*/ 201 h 368"/>
                <a:gd name="T52" fmla="*/ 66 w 223"/>
                <a:gd name="T53" fmla="*/ 232 h 368"/>
                <a:gd name="T54" fmla="*/ 70 w 223"/>
                <a:gd name="T55" fmla="*/ 275 h 368"/>
                <a:gd name="T56" fmla="*/ 79 w 223"/>
                <a:gd name="T57" fmla="*/ 296 h 368"/>
                <a:gd name="T58" fmla="*/ 99 w 223"/>
                <a:gd name="T59" fmla="*/ 307 h 368"/>
                <a:gd name="T60" fmla="*/ 111 w 223"/>
                <a:gd name="T61" fmla="*/ 309 h 368"/>
                <a:gd name="T62" fmla="*/ 134 w 223"/>
                <a:gd name="T63" fmla="*/ 302 h 368"/>
                <a:gd name="T64" fmla="*/ 149 w 223"/>
                <a:gd name="T65" fmla="*/ 285 h 368"/>
                <a:gd name="T66" fmla="*/ 154 w 223"/>
                <a:gd name="T67" fmla="*/ 262 h 368"/>
                <a:gd name="T68" fmla="*/ 156 w 223"/>
                <a:gd name="T69" fmla="*/ 232 h 368"/>
                <a:gd name="T70" fmla="*/ 152 w 223"/>
                <a:gd name="T71" fmla="*/ 188 h 368"/>
                <a:gd name="T72" fmla="*/ 143 w 223"/>
                <a:gd name="T73" fmla="*/ 169 h 368"/>
                <a:gd name="T74" fmla="*/ 124 w 223"/>
                <a:gd name="T75" fmla="*/ 156 h 368"/>
                <a:gd name="T76" fmla="*/ 111 w 223"/>
                <a:gd name="T77" fmla="*/ 154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3" h="368">
                  <a:moveTo>
                    <a:pt x="196" y="345"/>
                  </a:moveTo>
                  <a:lnTo>
                    <a:pt x="196" y="345"/>
                  </a:lnTo>
                  <a:lnTo>
                    <a:pt x="183" y="354"/>
                  </a:lnTo>
                  <a:lnTo>
                    <a:pt x="167" y="363"/>
                  </a:lnTo>
                  <a:lnTo>
                    <a:pt x="149" y="366"/>
                  </a:lnTo>
                  <a:lnTo>
                    <a:pt x="131" y="368"/>
                  </a:lnTo>
                  <a:lnTo>
                    <a:pt x="131" y="368"/>
                  </a:lnTo>
                  <a:lnTo>
                    <a:pt x="111" y="366"/>
                  </a:lnTo>
                  <a:lnTo>
                    <a:pt x="93" y="363"/>
                  </a:lnTo>
                  <a:lnTo>
                    <a:pt x="86" y="357"/>
                  </a:lnTo>
                  <a:lnTo>
                    <a:pt x="79" y="354"/>
                  </a:lnTo>
                  <a:lnTo>
                    <a:pt x="64" y="339"/>
                  </a:lnTo>
                  <a:lnTo>
                    <a:pt x="64" y="365"/>
                  </a:lnTo>
                  <a:lnTo>
                    <a:pt x="0" y="365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79" y="109"/>
                  </a:lnTo>
                  <a:lnTo>
                    <a:pt x="95" y="100"/>
                  </a:lnTo>
                  <a:lnTo>
                    <a:pt x="111" y="97"/>
                  </a:lnTo>
                  <a:lnTo>
                    <a:pt x="131" y="95"/>
                  </a:lnTo>
                  <a:lnTo>
                    <a:pt x="131" y="95"/>
                  </a:lnTo>
                  <a:lnTo>
                    <a:pt x="151" y="97"/>
                  </a:lnTo>
                  <a:lnTo>
                    <a:pt x="167" y="102"/>
                  </a:lnTo>
                  <a:lnTo>
                    <a:pt x="183" y="109"/>
                  </a:lnTo>
                  <a:lnTo>
                    <a:pt x="196" y="120"/>
                  </a:lnTo>
                  <a:lnTo>
                    <a:pt x="196" y="120"/>
                  </a:lnTo>
                  <a:lnTo>
                    <a:pt x="203" y="129"/>
                  </a:lnTo>
                  <a:lnTo>
                    <a:pt x="210" y="142"/>
                  </a:lnTo>
                  <a:lnTo>
                    <a:pt x="215" y="154"/>
                  </a:lnTo>
                  <a:lnTo>
                    <a:pt x="219" y="169"/>
                  </a:lnTo>
                  <a:lnTo>
                    <a:pt x="221" y="183"/>
                  </a:lnTo>
                  <a:lnTo>
                    <a:pt x="223" y="199"/>
                  </a:lnTo>
                  <a:lnTo>
                    <a:pt x="223" y="232"/>
                  </a:lnTo>
                  <a:lnTo>
                    <a:pt x="223" y="232"/>
                  </a:lnTo>
                  <a:lnTo>
                    <a:pt x="223" y="264"/>
                  </a:lnTo>
                  <a:lnTo>
                    <a:pt x="221" y="280"/>
                  </a:lnTo>
                  <a:lnTo>
                    <a:pt x="219" y="294"/>
                  </a:lnTo>
                  <a:lnTo>
                    <a:pt x="215" y="309"/>
                  </a:lnTo>
                  <a:lnTo>
                    <a:pt x="210" y="321"/>
                  </a:lnTo>
                  <a:lnTo>
                    <a:pt x="203" y="334"/>
                  </a:lnTo>
                  <a:lnTo>
                    <a:pt x="196" y="345"/>
                  </a:lnTo>
                  <a:lnTo>
                    <a:pt x="196" y="345"/>
                  </a:lnTo>
                  <a:close/>
                  <a:moveTo>
                    <a:pt x="111" y="154"/>
                  </a:moveTo>
                  <a:lnTo>
                    <a:pt x="111" y="154"/>
                  </a:lnTo>
                  <a:lnTo>
                    <a:pt x="99" y="156"/>
                  </a:lnTo>
                  <a:lnTo>
                    <a:pt x="88" y="162"/>
                  </a:lnTo>
                  <a:lnTo>
                    <a:pt x="79" y="169"/>
                  </a:lnTo>
                  <a:lnTo>
                    <a:pt x="73" y="178"/>
                  </a:lnTo>
                  <a:lnTo>
                    <a:pt x="70" y="188"/>
                  </a:lnTo>
                  <a:lnTo>
                    <a:pt x="68" y="201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8" y="262"/>
                  </a:lnTo>
                  <a:lnTo>
                    <a:pt x="70" y="275"/>
                  </a:lnTo>
                  <a:lnTo>
                    <a:pt x="73" y="285"/>
                  </a:lnTo>
                  <a:lnTo>
                    <a:pt x="79" y="296"/>
                  </a:lnTo>
                  <a:lnTo>
                    <a:pt x="88" y="302"/>
                  </a:lnTo>
                  <a:lnTo>
                    <a:pt x="99" y="307"/>
                  </a:lnTo>
                  <a:lnTo>
                    <a:pt x="111" y="309"/>
                  </a:lnTo>
                  <a:lnTo>
                    <a:pt x="111" y="309"/>
                  </a:lnTo>
                  <a:lnTo>
                    <a:pt x="124" y="307"/>
                  </a:lnTo>
                  <a:lnTo>
                    <a:pt x="134" y="302"/>
                  </a:lnTo>
                  <a:lnTo>
                    <a:pt x="143" y="296"/>
                  </a:lnTo>
                  <a:lnTo>
                    <a:pt x="149" y="285"/>
                  </a:lnTo>
                  <a:lnTo>
                    <a:pt x="152" y="275"/>
                  </a:lnTo>
                  <a:lnTo>
                    <a:pt x="154" y="262"/>
                  </a:lnTo>
                  <a:lnTo>
                    <a:pt x="156" y="232"/>
                  </a:lnTo>
                  <a:lnTo>
                    <a:pt x="156" y="232"/>
                  </a:lnTo>
                  <a:lnTo>
                    <a:pt x="154" y="201"/>
                  </a:lnTo>
                  <a:lnTo>
                    <a:pt x="152" y="188"/>
                  </a:lnTo>
                  <a:lnTo>
                    <a:pt x="149" y="178"/>
                  </a:lnTo>
                  <a:lnTo>
                    <a:pt x="143" y="169"/>
                  </a:lnTo>
                  <a:lnTo>
                    <a:pt x="134" y="162"/>
                  </a:lnTo>
                  <a:lnTo>
                    <a:pt x="124" y="156"/>
                  </a:lnTo>
                  <a:lnTo>
                    <a:pt x="111" y="154"/>
                  </a:lnTo>
                  <a:lnTo>
                    <a:pt x="111" y="15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20" name="Freeform 169"/>
            <p:cNvSpPr>
              <a:spLocks/>
            </p:cNvSpPr>
            <p:nvPr/>
          </p:nvSpPr>
          <p:spPr bwMode="auto">
            <a:xfrm>
              <a:off x="8986838" y="3878263"/>
              <a:ext cx="155575" cy="212725"/>
            </a:xfrm>
            <a:custGeom>
              <a:avLst/>
              <a:gdLst>
                <a:gd name="T0" fmla="*/ 146 w 196"/>
                <a:gd name="T1" fmla="*/ 75 h 270"/>
                <a:gd name="T2" fmla="*/ 146 w 196"/>
                <a:gd name="T3" fmla="*/ 75 h 270"/>
                <a:gd name="T4" fmla="*/ 139 w 196"/>
                <a:gd name="T5" fmla="*/ 70 h 270"/>
                <a:gd name="T6" fmla="*/ 132 w 196"/>
                <a:gd name="T7" fmla="*/ 65 h 270"/>
                <a:gd name="T8" fmla="*/ 123 w 196"/>
                <a:gd name="T9" fmla="*/ 61 h 270"/>
                <a:gd name="T10" fmla="*/ 112 w 196"/>
                <a:gd name="T11" fmla="*/ 59 h 270"/>
                <a:gd name="T12" fmla="*/ 112 w 196"/>
                <a:gd name="T13" fmla="*/ 59 h 270"/>
                <a:gd name="T14" fmla="*/ 103 w 196"/>
                <a:gd name="T15" fmla="*/ 61 h 270"/>
                <a:gd name="T16" fmla="*/ 96 w 196"/>
                <a:gd name="T17" fmla="*/ 63 h 270"/>
                <a:gd name="T18" fmla="*/ 88 w 196"/>
                <a:gd name="T19" fmla="*/ 67 h 270"/>
                <a:gd name="T20" fmla="*/ 81 w 196"/>
                <a:gd name="T21" fmla="*/ 72 h 270"/>
                <a:gd name="T22" fmla="*/ 76 w 196"/>
                <a:gd name="T23" fmla="*/ 79 h 270"/>
                <a:gd name="T24" fmla="*/ 72 w 196"/>
                <a:gd name="T25" fmla="*/ 88 h 270"/>
                <a:gd name="T26" fmla="*/ 69 w 196"/>
                <a:gd name="T27" fmla="*/ 97 h 270"/>
                <a:gd name="T28" fmla="*/ 69 w 196"/>
                <a:gd name="T29" fmla="*/ 110 h 270"/>
                <a:gd name="T30" fmla="*/ 69 w 196"/>
                <a:gd name="T31" fmla="*/ 270 h 270"/>
                <a:gd name="T32" fmla="*/ 0 w 196"/>
                <a:gd name="T33" fmla="*/ 270 h 270"/>
                <a:gd name="T34" fmla="*/ 0 w 196"/>
                <a:gd name="T35" fmla="*/ 4 h 270"/>
                <a:gd name="T36" fmla="*/ 67 w 196"/>
                <a:gd name="T37" fmla="*/ 4 h 270"/>
                <a:gd name="T38" fmla="*/ 67 w 196"/>
                <a:gd name="T39" fmla="*/ 29 h 270"/>
                <a:gd name="T40" fmla="*/ 67 w 196"/>
                <a:gd name="T41" fmla="*/ 29 h 270"/>
                <a:gd name="T42" fmla="*/ 78 w 196"/>
                <a:gd name="T43" fmla="*/ 18 h 270"/>
                <a:gd name="T44" fmla="*/ 94 w 196"/>
                <a:gd name="T45" fmla="*/ 9 h 270"/>
                <a:gd name="T46" fmla="*/ 112 w 196"/>
                <a:gd name="T47" fmla="*/ 2 h 270"/>
                <a:gd name="T48" fmla="*/ 123 w 196"/>
                <a:gd name="T49" fmla="*/ 0 h 270"/>
                <a:gd name="T50" fmla="*/ 133 w 196"/>
                <a:gd name="T51" fmla="*/ 0 h 270"/>
                <a:gd name="T52" fmla="*/ 133 w 196"/>
                <a:gd name="T53" fmla="*/ 0 h 270"/>
                <a:gd name="T54" fmla="*/ 151 w 196"/>
                <a:gd name="T55" fmla="*/ 2 h 270"/>
                <a:gd name="T56" fmla="*/ 167 w 196"/>
                <a:gd name="T57" fmla="*/ 5 h 270"/>
                <a:gd name="T58" fmla="*/ 182 w 196"/>
                <a:gd name="T59" fmla="*/ 14 h 270"/>
                <a:gd name="T60" fmla="*/ 196 w 196"/>
                <a:gd name="T61" fmla="*/ 25 h 270"/>
                <a:gd name="T62" fmla="*/ 146 w 196"/>
                <a:gd name="T63" fmla="*/ 75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270">
                  <a:moveTo>
                    <a:pt x="146" y="75"/>
                  </a:moveTo>
                  <a:lnTo>
                    <a:pt x="146" y="75"/>
                  </a:lnTo>
                  <a:lnTo>
                    <a:pt x="139" y="70"/>
                  </a:lnTo>
                  <a:lnTo>
                    <a:pt x="132" y="65"/>
                  </a:lnTo>
                  <a:lnTo>
                    <a:pt x="123" y="61"/>
                  </a:lnTo>
                  <a:lnTo>
                    <a:pt x="112" y="59"/>
                  </a:lnTo>
                  <a:lnTo>
                    <a:pt x="112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8" y="67"/>
                  </a:lnTo>
                  <a:lnTo>
                    <a:pt x="81" y="72"/>
                  </a:lnTo>
                  <a:lnTo>
                    <a:pt x="76" y="79"/>
                  </a:lnTo>
                  <a:lnTo>
                    <a:pt x="72" y="88"/>
                  </a:lnTo>
                  <a:lnTo>
                    <a:pt x="69" y="97"/>
                  </a:lnTo>
                  <a:lnTo>
                    <a:pt x="69" y="110"/>
                  </a:lnTo>
                  <a:lnTo>
                    <a:pt x="69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7" y="4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78" y="18"/>
                  </a:lnTo>
                  <a:lnTo>
                    <a:pt x="94" y="9"/>
                  </a:lnTo>
                  <a:lnTo>
                    <a:pt x="112" y="2"/>
                  </a:lnTo>
                  <a:lnTo>
                    <a:pt x="123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51" y="2"/>
                  </a:lnTo>
                  <a:lnTo>
                    <a:pt x="167" y="5"/>
                  </a:lnTo>
                  <a:lnTo>
                    <a:pt x="182" y="14"/>
                  </a:lnTo>
                  <a:lnTo>
                    <a:pt x="196" y="25"/>
                  </a:lnTo>
                  <a:lnTo>
                    <a:pt x="146" y="7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2898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cxnSp>
        <p:nvCxnSpPr>
          <p:cNvPr id="9" name="Conector reto 8"/>
          <p:cNvCxnSpPr/>
          <p:nvPr userDrawn="1"/>
        </p:nvCxnSpPr>
        <p:spPr>
          <a:xfrm>
            <a:off x="0" y="6484295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66" r:id="rId3"/>
    <p:sldLayoutId id="2147483667" r:id="rId4"/>
    <p:sldLayoutId id="2147483671" r:id="rId5"/>
    <p:sldLayoutId id="2147483677" r:id="rId6"/>
    <p:sldLayoutId id="214748367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72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64334"/>
            <a:ext cx="10515600" cy="1325563"/>
          </a:xfrm>
        </p:spPr>
        <p:txBody>
          <a:bodyPr/>
          <a:lstStyle/>
          <a:p>
            <a:r>
              <a:rPr lang="pt-BR" dirty="0"/>
              <a:t>Fundamentos de Eletrônica Aplicada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38209" y="2345674"/>
            <a:ext cx="7481711" cy="16557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pt-BR" sz="3200" dirty="0">
                <a:solidFill>
                  <a:schemeClr val="bg1"/>
                </a:solidFill>
              </a:rPr>
              <a:t>Professor Pábulo Felipe Ciarnoscki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bg1"/>
                </a:solidFill>
              </a:rPr>
              <a:t>pabulo.ciarnoscki@edu.sc.senai.br</a:t>
            </a:r>
          </a:p>
        </p:txBody>
      </p:sp>
    </p:spTree>
    <p:extLst>
      <p:ext uri="{BB962C8B-B14F-4D97-AF65-F5344CB8AC3E}">
        <p14:creationId xmlns:p14="http://schemas.microsoft.com/office/powerpoint/2010/main" val="55353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B91A4B-9988-32FB-EDE7-1BC235CA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6000" dirty="0" err="1"/>
              <a:t>Resumão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92470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FB4A5-CCB6-C946-03F4-3A313AF2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ABA660-9DE7-A4AC-564C-3D78CB1A5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Tensão elétrica é a diferença de potencial entre dois corpos, medindo o quanto um corpo está carregado em relação ao outro. A unidade de medida é o VOLT (V) .</a:t>
            </a:r>
          </a:p>
          <a:p>
            <a:r>
              <a:rPr lang="pt-BR" dirty="0"/>
              <a:t>Corrente elétrica é o movimento ordenado dos elétrons através de um meio. A unidade de medida é o AMPÈRE (A) .</a:t>
            </a:r>
          </a:p>
          <a:p>
            <a:r>
              <a:rPr lang="pt-BR" dirty="0"/>
              <a:t>Resistência elétrica é a força que se opõe a passagem dos elétrons. A unidade de medida é o OHM (Ω).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188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13D19-7011-5BF4-D9A5-C8ACBAB2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0FDEB8-ACD9-ADA9-D141-4E1BFAFD9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Picture 2" descr="Lei de Ohm - Tensão, corrente e resistência elétrica - Embarcados">
            <a:extLst>
              <a:ext uri="{FF2B5EF4-FFF2-40B4-BE49-F238E27FC236}">
                <a16:creationId xmlns:a16="http://schemas.microsoft.com/office/drawing/2014/main" id="{F48EE693-E278-DE86-5302-D8F43CC7E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27" b="91961" l="10000" r="90000">
                        <a14:foregroundMark x1="31647" y1="90588" x2="21059" y2="90196"/>
                        <a14:foregroundMark x1="67059" y1="90980" x2="74824" y2="93529"/>
                        <a14:foregroundMark x1="74824" y1="93529" x2="81059" y2="91961"/>
                        <a14:foregroundMark x1="81059" y1="91961" x2="78000" y2="89216"/>
                        <a14:foregroundMark x1="55882" y1="8627" x2="50118" y2="9216"/>
                        <a14:backgroundMark x1="64235" y1="32745" x2="64235" y2="327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448" y="1160871"/>
            <a:ext cx="8701103" cy="522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02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B91A4B-9988-32FB-EDE7-1BC235CA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6000" dirty="0"/>
              <a:t>Resistores</a:t>
            </a:r>
          </a:p>
        </p:txBody>
      </p:sp>
    </p:spTree>
    <p:extLst>
      <p:ext uri="{BB962C8B-B14F-4D97-AF65-F5344CB8AC3E}">
        <p14:creationId xmlns:p14="http://schemas.microsoft.com/office/powerpoint/2010/main" val="99535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DED99-7B7C-CB8D-5DB8-AB99EF2F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70DE67-6C45-E509-DCC4-C3F473B3A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14538"/>
            <a:ext cx="6902973" cy="4086225"/>
          </a:xfrm>
        </p:spPr>
        <p:txBody>
          <a:bodyPr>
            <a:normAutofit/>
          </a:bodyPr>
          <a:lstStyle/>
          <a:p>
            <a:r>
              <a:rPr lang="pt-BR" dirty="0"/>
              <a:t>São componentes dotados de uma resistência com valor conhecido. </a:t>
            </a:r>
          </a:p>
          <a:p>
            <a:r>
              <a:rPr lang="pt-BR" dirty="0"/>
              <a:t>Normalmente, são feitos de carbono ou de fio. Sua finalidade no circuito é limitar a passagem de corrente elétrica.</a:t>
            </a:r>
          </a:p>
          <a:p>
            <a:endParaRPr lang="pt-BR" dirty="0"/>
          </a:p>
        </p:txBody>
      </p:sp>
      <p:pic>
        <p:nvPicPr>
          <p:cNvPr id="4" name="Picture 2" descr="Resistores: Funções, tipos e aplicações - AJP EletroInfo">
            <a:extLst>
              <a:ext uri="{FF2B5EF4-FFF2-40B4-BE49-F238E27FC236}">
                <a16:creationId xmlns:a16="http://schemas.microsoft.com/office/drawing/2014/main" id="{3584F87D-F575-47FB-AF97-73E4C9FA0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173" y="2642981"/>
            <a:ext cx="4041632" cy="282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259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4682-948A-C604-66AB-8011165A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A38537-958B-8765-61FE-80A45548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505386-5D4C-4D34-B9E1-7CE6741D9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3065"/>
            <a:ext cx="10602347" cy="29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92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1365E-12F6-4647-ED20-5BAF0FEF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2D3C3B-ED1D-E974-2659-ACFB35951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valor da resistência vem impresso no corpo do resistor, mas, em alguns casos, devido ao pequeno tamanho, o valor vem em forma de código de cores.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520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04F43-A4C1-96BF-62FC-2E9E69CAD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A18385-A6A9-B568-EE1D-A11765F05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32E1D6-BB98-4005-8A9E-5DC3329F6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48" y="808976"/>
            <a:ext cx="10752304" cy="52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78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372A8-0D8A-D5D3-F84E-38C99E3C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75C5E8-4C43-156C-A63F-E8A74D7DB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3BE868-8FA6-05F7-B0F9-6C432601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018" y="1274689"/>
            <a:ext cx="5937964" cy="48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2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B91A4B-9988-32FB-EDE7-1BC235CA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6000" dirty="0"/>
              <a:t>Notação Científica</a:t>
            </a:r>
          </a:p>
        </p:txBody>
      </p:sp>
    </p:spTree>
    <p:extLst>
      <p:ext uri="{BB962C8B-B14F-4D97-AF65-F5344CB8AC3E}">
        <p14:creationId xmlns:p14="http://schemas.microsoft.com/office/powerpoint/2010/main" val="3485494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1D270-BD9C-6662-13F5-2D254A82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F6045-4A3D-2090-0EC2-EB8B6BE69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887ACD-4072-419C-B778-2A371E5BD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104" y="777429"/>
            <a:ext cx="7615791" cy="53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1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233B1-25CB-CABE-B891-F889508A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76771E-0F53-2D55-4B83-B2BE503D2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5A5F74-0D12-43CB-B6D9-576BB69A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112" y="781774"/>
            <a:ext cx="7457776" cy="529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60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AF418-E75E-9524-55EB-CDC4F4FB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1EE3BB-4CBF-6C32-BF21-2F7A84F85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F5B6F88-46C5-8FC4-9CBF-B6BD71E249A9}"/>
              </a:ext>
            </a:extLst>
          </p:cNvPr>
          <p:cNvGrpSpPr/>
          <p:nvPr/>
        </p:nvGrpSpPr>
        <p:grpSpPr>
          <a:xfrm>
            <a:off x="4002563" y="1435014"/>
            <a:ext cx="3752850" cy="3570288"/>
            <a:chOff x="2649538" y="2320925"/>
            <a:chExt cx="3752850" cy="3570288"/>
          </a:xfrm>
        </p:grpSpPr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EF537DA6-A1D8-A967-7995-3F608B54C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975" y="2779713"/>
              <a:ext cx="3630613" cy="3111500"/>
            </a:xfrm>
            <a:custGeom>
              <a:avLst/>
              <a:gdLst>
                <a:gd name="T0" fmla="*/ 0 w 3360"/>
                <a:gd name="T1" fmla="*/ 2880 h 2880"/>
                <a:gd name="T2" fmla="*/ 480 w 3360"/>
                <a:gd name="T3" fmla="*/ 2880 h 2880"/>
                <a:gd name="T4" fmla="*/ 480 w 3360"/>
                <a:gd name="T5" fmla="*/ 2400 h 2880"/>
                <a:gd name="T6" fmla="*/ 960 w 3360"/>
                <a:gd name="T7" fmla="*/ 2400 h 2880"/>
                <a:gd name="T8" fmla="*/ 960 w 3360"/>
                <a:gd name="T9" fmla="*/ 1920 h 2880"/>
                <a:gd name="T10" fmla="*/ 1440 w 3360"/>
                <a:gd name="T11" fmla="*/ 1920 h 2880"/>
                <a:gd name="T12" fmla="*/ 1440 w 3360"/>
                <a:gd name="T13" fmla="*/ 1440 h 2880"/>
                <a:gd name="T14" fmla="*/ 1920 w 3360"/>
                <a:gd name="T15" fmla="*/ 1440 h 2880"/>
                <a:gd name="T16" fmla="*/ 1920 w 3360"/>
                <a:gd name="T17" fmla="*/ 960 h 2880"/>
                <a:gd name="T18" fmla="*/ 2400 w 3360"/>
                <a:gd name="T19" fmla="*/ 960 h 2880"/>
                <a:gd name="T20" fmla="*/ 2400 w 3360"/>
                <a:gd name="T21" fmla="*/ 480 h 2880"/>
                <a:gd name="T22" fmla="*/ 2880 w 3360"/>
                <a:gd name="T23" fmla="*/ 480 h 2880"/>
                <a:gd name="T24" fmla="*/ 2880 w 3360"/>
                <a:gd name="T25" fmla="*/ 0 h 2880"/>
                <a:gd name="T26" fmla="*/ 3360 w 3360"/>
                <a:gd name="T27" fmla="*/ 0 h 28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360"/>
                <a:gd name="T43" fmla="*/ 0 h 2880"/>
                <a:gd name="T44" fmla="*/ 3360 w 3360"/>
                <a:gd name="T45" fmla="*/ 2880 h 28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360" h="2880">
                  <a:moveTo>
                    <a:pt x="0" y="2880"/>
                  </a:moveTo>
                  <a:lnTo>
                    <a:pt x="480" y="2880"/>
                  </a:lnTo>
                  <a:lnTo>
                    <a:pt x="480" y="2400"/>
                  </a:lnTo>
                  <a:lnTo>
                    <a:pt x="960" y="2400"/>
                  </a:lnTo>
                  <a:lnTo>
                    <a:pt x="960" y="1920"/>
                  </a:lnTo>
                  <a:lnTo>
                    <a:pt x="1440" y="1920"/>
                  </a:lnTo>
                  <a:lnTo>
                    <a:pt x="1440" y="1440"/>
                  </a:lnTo>
                  <a:lnTo>
                    <a:pt x="1920" y="1440"/>
                  </a:lnTo>
                  <a:lnTo>
                    <a:pt x="1920" y="960"/>
                  </a:lnTo>
                  <a:lnTo>
                    <a:pt x="2400" y="960"/>
                  </a:lnTo>
                  <a:lnTo>
                    <a:pt x="2400" y="480"/>
                  </a:lnTo>
                  <a:lnTo>
                    <a:pt x="2880" y="480"/>
                  </a:lnTo>
                  <a:lnTo>
                    <a:pt x="2880" y="0"/>
                  </a:lnTo>
                  <a:lnTo>
                    <a:pt x="3360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pt-BR" altLang="pt-BR"/>
            </a:p>
          </p:txBody>
        </p:sp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1F0E1889-D776-6F61-A58A-D7E3AB510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919538"/>
              <a:ext cx="404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dirty="0">
                  <a:solidFill>
                    <a:srgbClr val="006699"/>
                  </a:solidFill>
                </a:rPr>
                <a:t>A</a:t>
              </a:r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8B95F960-79CA-0FD2-6DF0-0A421D051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357563"/>
              <a:ext cx="5746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dirty="0">
                  <a:solidFill>
                    <a:srgbClr val="FF3300"/>
                  </a:solidFill>
                </a:rPr>
                <a:t>kA</a:t>
              </a: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262A3D1E-155C-72E2-C227-893EBA433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000" y="2840038"/>
              <a:ext cx="658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dirty="0">
                  <a:solidFill>
                    <a:srgbClr val="006699"/>
                  </a:solidFill>
                </a:rPr>
                <a:t>MA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4C50F838-8D35-CA14-EAF5-96E737B4E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1038" y="2320925"/>
              <a:ext cx="64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006699"/>
                  </a:solidFill>
                </a:rPr>
                <a:t>GA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3AFDE332-3263-96E4-DF02-A1E9EE162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538" y="5432425"/>
              <a:ext cx="590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0000CC"/>
                  </a:solidFill>
                </a:rPr>
                <a:t>nA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BD61630D-DB81-D50E-0806-79F807BB1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650" y="4911725"/>
              <a:ext cx="5810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0000CC"/>
                  </a:solidFill>
                  <a:sym typeface="Symbol" panose="05050102010706020507" pitchFamily="18" charset="2"/>
                </a:rPr>
                <a:t>A</a:t>
              </a:r>
              <a:endParaRPr lang="pt-BR" altLang="pt-BR">
                <a:solidFill>
                  <a:srgbClr val="0000CC"/>
                </a:solidFill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CFEA5B3F-7D41-4C94-FA0F-E0AC8CD3B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395788"/>
              <a:ext cx="6762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FF3300"/>
                  </a:solidFill>
                </a:rPr>
                <a:t>mA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E3552A1-D155-5C7A-78FF-083244EE4438}"/>
              </a:ext>
            </a:extLst>
          </p:cNvPr>
          <p:cNvGrpSpPr/>
          <p:nvPr/>
        </p:nvGrpSpPr>
        <p:grpSpPr>
          <a:xfrm>
            <a:off x="6652100" y="1786645"/>
            <a:ext cx="3481387" cy="3325813"/>
            <a:chOff x="2373313" y="2622550"/>
            <a:chExt cx="3481387" cy="3325813"/>
          </a:xfrm>
        </p:grpSpPr>
        <p:sp>
          <p:nvSpPr>
            <p:cNvPr id="14" name="Freeform 2">
              <a:extLst>
                <a:ext uri="{FF2B5EF4-FFF2-40B4-BE49-F238E27FC236}">
                  <a16:creationId xmlns:a16="http://schemas.microsoft.com/office/drawing/2014/main" id="{507B9057-A3B9-260E-B477-773992532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888" y="2952750"/>
              <a:ext cx="3452812" cy="2957513"/>
            </a:xfrm>
            <a:custGeom>
              <a:avLst/>
              <a:gdLst>
                <a:gd name="T0" fmla="*/ 0 w 3360"/>
                <a:gd name="T1" fmla="*/ 2880 h 2880"/>
                <a:gd name="T2" fmla="*/ 480 w 3360"/>
                <a:gd name="T3" fmla="*/ 2880 h 2880"/>
                <a:gd name="T4" fmla="*/ 480 w 3360"/>
                <a:gd name="T5" fmla="*/ 2400 h 2880"/>
                <a:gd name="T6" fmla="*/ 960 w 3360"/>
                <a:gd name="T7" fmla="*/ 2400 h 2880"/>
                <a:gd name="T8" fmla="*/ 960 w 3360"/>
                <a:gd name="T9" fmla="*/ 1920 h 2880"/>
                <a:gd name="T10" fmla="*/ 1440 w 3360"/>
                <a:gd name="T11" fmla="*/ 1920 h 2880"/>
                <a:gd name="T12" fmla="*/ 1440 w 3360"/>
                <a:gd name="T13" fmla="*/ 1440 h 2880"/>
                <a:gd name="T14" fmla="*/ 1920 w 3360"/>
                <a:gd name="T15" fmla="*/ 1440 h 2880"/>
                <a:gd name="T16" fmla="*/ 1920 w 3360"/>
                <a:gd name="T17" fmla="*/ 960 h 2880"/>
                <a:gd name="T18" fmla="*/ 2400 w 3360"/>
                <a:gd name="T19" fmla="*/ 960 h 2880"/>
                <a:gd name="T20" fmla="*/ 2400 w 3360"/>
                <a:gd name="T21" fmla="*/ 480 h 2880"/>
                <a:gd name="T22" fmla="*/ 2880 w 3360"/>
                <a:gd name="T23" fmla="*/ 480 h 2880"/>
                <a:gd name="T24" fmla="*/ 2880 w 3360"/>
                <a:gd name="T25" fmla="*/ 0 h 2880"/>
                <a:gd name="T26" fmla="*/ 3360 w 3360"/>
                <a:gd name="T27" fmla="*/ 0 h 28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360"/>
                <a:gd name="T43" fmla="*/ 0 h 2880"/>
                <a:gd name="T44" fmla="*/ 3360 w 3360"/>
                <a:gd name="T45" fmla="*/ 2880 h 28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360" h="2880">
                  <a:moveTo>
                    <a:pt x="0" y="2880"/>
                  </a:moveTo>
                  <a:lnTo>
                    <a:pt x="480" y="2880"/>
                  </a:lnTo>
                  <a:lnTo>
                    <a:pt x="480" y="2400"/>
                  </a:lnTo>
                  <a:lnTo>
                    <a:pt x="960" y="2400"/>
                  </a:lnTo>
                  <a:lnTo>
                    <a:pt x="960" y="1920"/>
                  </a:lnTo>
                  <a:lnTo>
                    <a:pt x="1440" y="1920"/>
                  </a:lnTo>
                  <a:lnTo>
                    <a:pt x="1440" y="1440"/>
                  </a:lnTo>
                  <a:lnTo>
                    <a:pt x="1920" y="1440"/>
                  </a:lnTo>
                  <a:lnTo>
                    <a:pt x="1920" y="960"/>
                  </a:lnTo>
                  <a:lnTo>
                    <a:pt x="2400" y="960"/>
                  </a:lnTo>
                  <a:lnTo>
                    <a:pt x="2400" y="480"/>
                  </a:lnTo>
                  <a:lnTo>
                    <a:pt x="2880" y="480"/>
                  </a:lnTo>
                  <a:lnTo>
                    <a:pt x="2880" y="0"/>
                  </a:lnTo>
                  <a:lnTo>
                    <a:pt x="3360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pt-BR" altLang="pt-BR"/>
            </a:p>
          </p:txBody>
        </p:sp>
        <p:sp>
          <p:nvSpPr>
            <p:cNvPr id="15" name="Text Box 3">
              <a:extLst>
                <a:ext uri="{FF2B5EF4-FFF2-40B4-BE49-F238E27FC236}">
                  <a16:creationId xmlns:a16="http://schemas.microsoft.com/office/drawing/2014/main" id="{3193908F-628E-74A4-E768-DA5C5153A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9538" y="4110038"/>
              <a:ext cx="360362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800">
                  <a:solidFill>
                    <a:srgbClr val="0000CC"/>
                  </a:solidFill>
                  <a:sym typeface="Symbol" panose="05050102010706020507" pitchFamily="18" charset="2"/>
                </a:rPr>
                <a:t></a:t>
              </a:r>
              <a:endParaRPr lang="pt-BR" altLang="pt-BR" sz="1800">
                <a:solidFill>
                  <a:srgbClr val="0000CC"/>
                </a:solidFill>
              </a:endParaRPr>
            </a:p>
            <a:p>
              <a:endParaRPr lang="pt-BR" altLang="pt-BR" sz="1800"/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CC1D305C-352A-CEA2-3DF8-C9FD8F063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688" y="3608388"/>
              <a:ext cx="487362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800" dirty="0">
                  <a:solidFill>
                    <a:srgbClr val="FF3300"/>
                  </a:solidFill>
                </a:rPr>
                <a:t>k</a:t>
              </a:r>
              <a:r>
                <a:rPr lang="pt-BR" altLang="pt-BR" sz="1800" dirty="0">
                  <a:solidFill>
                    <a:srgbClr val="0000CC"/>
                  </a:solidFill>
                  <a:sym typeface="Symbol" panose="05050102010706020507" pitchFamily="18" charset="2"/>
                </a:rPr>
                <a:t></a:t>
              </a:r>
              <a:endParaRPr lang="pt-BR" altLang="pt-BR" sz="1800" dirty="0">
                <a:solidFill>
                  <a:srgbClr val="0000CC"/>
                </a:solidFill>
              </a:endParaRPr>
            </a:p>
            <a:p>
              <a:endParaRPr lang="pt-BR" altLang="pt-BR" sz="1800" dirty="0">
                <a:solidFill>
                  <a:srgbClr val="FF3300"/>
                </a:solidFill>
              </a:endParaRPr>
            </a:p>
          </p:txBody>
        </p: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00984021-2198-FEA2-F9D6-73FEE91E4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113" y="3116263"/>
              <a:ext cx="550862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800" dirty="0">
                  <a:solidFill>
                    <a:srgbClr val="0000CC"/>
                  </a:solidFill>
                </a:rPr>
                <a:t>M</a:t>
              </a:r>
              <a:r>
                <a:rPr lang="pt-BR" altLang="pt-BR" sz="1800" dirty="0">
                  <a:solidFill>
                    <a:srgbClr val="0000CC"/>
                  </a:solidFill>
                  <a:sym typeface="Symbol" panose="05050102010706020507" pitchFamily="18" charset="2"/>
                </a:rPr>
                <a:t></a:t>
              </a:r>
              <a:endParaRPr lang="pt-BR" altLang="pt-BR" sz="1800" dirty="0">
                <a:solidFill>
                  <a:srgbClr val="0000CC"/>
                </a:solidFill>
              </a:endParaRPr>
            </a:p>
            <a:p>
              <a:endParaRPr lang="pt-BR" altLang="pt-BR" sz="1800" dirty="0">
                <a:solidFill>
                  <a:srgbClr val="0000CC"/>
                </a:solidFill>
              </a:endParaRPr>
            </a:p>
          </p:txBody>
        </p:sp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8542565E-FF28-45B1-9C05-116300923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7963" y="2622550"/>
              <a:ext cx="538162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800">
                  <a:solidFill>
                    <a:srgbClr val="0000CC"/>
                  </a:solidFill>
                </a:rPr>
                <a:t>G</a:t>
              </a:r>
              <a:r>
                <a:rPr lang="pt-BR" altLang="pt-BR" sz="1800">
                  <a:solidFill>
                    <a:srgbClr val="0000CC"/>
                  </a:solidFill>
                  <a:sym typeface="Symbol" panose="05050102010706020507" pitchFamily="18" charset="2"/>
                </a:rPr>
                <a:t></a:t>
              </a:r>
              <a:endParaRPr lang="pt-BR" altLang="pt-BR" sz="1800">
                <a:solidFill>
                  <a:srgbClr val="0000CC"/>
                </a:solidFill>
              </a:endParaRPr>
            </a:p>
            <a:p>
              <a:endParaRPr lang="pt-BR" altLang="pt-BR" sz="1800">
                <a:solidFill>
                  <a:srgbClr val="0000CC"/>
                </a:solidFill>
              </a:endParaRPr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23341DD8-344A-B20B-47BF-CF6E855A4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313" y="5581650"/>
              <a:ext cx="5000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800">
                  <a:solidFill>
                    <a:srgbClr val="0000CC"/>
                  </a:solidFill>
                </a:rPr>
                <a:t>n</a:t>
              </a:r>
              <a:r>
                <a:rPr lang="pt-BR" altLang="pt-BR" sz="1800">
                  <a:solidFill>
                    <a:srgbClr val="0000CC"/>
                  </a:solidFill>
                  <a:sym typeface="Symbol" panose="05050102010706020507" pitchFamily="18" charset="2"/>
                </a:rPr>
                <a:t></a:t>
              </a:r>
              <a:endParaRPr lang="pt-BR" altLang="pt-BR" sz="1800">
                <a:solidFill>
                  <a:srgbClr val="0000CC"/>
                </a:solidFill>
              </a:endParaRPr>
            </a:p>
          </p:txBody>
        </p:sp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7B62D278-0AED-1912-9D9D-C447E9257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138" y="5054600"/>
              <a:ext cx="4921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800">
                  <a:solidFill>
                    <a:srgbClr val="0000CC"/>
                  </a:solidFill>
                  <a:sym typeface="Symbol" panose="05050102010706020507" pitchFamily="18" charset="2"/>
                </a:rPr>
                <a:t></a:t>
              </a:r>
            </a:p>
          </p:txBody>
        </p:sp>
        <p:sp>
          <p:nvSpPr>
            <p:cNvPr id="21" name="Text Box 9">
              <a:extLst>
                <a:ext uri="{FF2B5EF4-FFF2-40B4-BE49-F238E27FC236}">
                  <a16:creationId xmlns:a16="http://schemas.microsoft.com/office/drawing/2014/main" id="{99BF7E52-A7BC-5F20-74A2-F7290A1CA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8513" y="4594225"/>
              <a:ext cx="563562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800">
                  <a:solidFill>
                    <a:srgbClr val="FF3300"/>
                  </a:solidFill>
                </a:rPr>
                <a:t>m</a:t>
              </a:r>
              <a:r>
                <a:rPr lang="pt-BR" altLang="pt-BR" sz="1800">
                  <a:solidFill>
                    <a:srgbClr val="0000CC"/>
                  </a:solidFill>
                  <a:sym typeface="Symbol" panose="05050102010706020507" pitchFamily="18" charset="2"/>
                </a:rPr>
                <a:t></a:t>
              </a:r>
              <a:endParaRPr lang="pt-BR" altLang="pt-BR" sz="1800">
                <a:solidFill>
                  <a:srgbClr val="0000CC"/>
                </a:solidFill>
              </a:endParaRPr>
            </a:p>
            <a:p>
              <a:endParaRPr lang="pt-BR" altLang="pt-BR" sz="1800">
                <a:solidFill>
                  <a:srgbClr val="FF3300"/>
                </a:solidFill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A9B3916-9355-6371-97E8-570C98B96495}"/>
              </a:ext>
            </a:extLst>
          </p:cNvPr>
          <p:cNvGrpSpPr/>
          <p:nvPr/>
        </p:nvGrpSpPr>
        <p:grpSpPr>
          <a:xfrm>
            <a:off x="1618138" y="1839386"/>
            <a:ext cx="3702050" cy="3111500"/>
            <a:chOff x="2649538" y="3136900"/>
            <a:chExt cx="3702050" cy="3111500"/>
          </a:xfrm>
        </p:grpSpPr>
        <p:sp>
          <p:nvSpPr>
            <p:cNvPr id="23" name="Freeform 2">
              <a:extLst>
                <a:ext uri="{FF2B5EF4-FFF2-40B4-BE49-F238E27FC236}">
                  <a16:creationId xmlns:a16="http://schemas.microsoft.com/office/drawing/2014/main" id="{8EC25141-7FF5-96DE-438D-DDD3F90F2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975" y="3136900"/>
              <a:ext cx="3630613" cy="3111500"/>
            </a:xfrm>
            <a:custGeom>
              <a:avLst/>
              <a:gdLst>
                <a:gd name="T0" fmla="*/ 0 w 3360"/>
                <a:gd name="T1" fmla="*/ 2880 h 2880"/>
                <a:gd name="T2" fmla="*/ 480 w 3360"/>
                <a:gd name="T3" fmla="*/ 2880 h 2880"/>
                <a:gd name="T4" fmla="*/ 480 w 3360"/>
                <a:gd name="T5" fmla="*/ 2400 h 2880"/>
                <a:gd name="T6" fmla="*/ 960 w 3360"/>
                <a:gd name="T7" fmla="*/ 2400 h 2880"/>
                <a:gd name="T8" fmla="*/ 960 w 3360"/>
                <a:gd name="T9" fmla="*/ 1920 h 2880"/>
                <a:gd name="T10" fmla="*/ 1440 w 3360"/>
                <a:gd name="T11" fmla="*/ 1920 h 2880"/>
                <a:gd name="T12" fmla="*/ 1440 w 3360"/>
                <a:gd name="T13" fmla="*/ 1440 h 2880"/>
                <a:gd name="T14" fmla="*/ 1920 w 3360"/>
                <a:gd name="T15" fmla="*/ 1440 h 2880"/>
                <a:gd name="T16" fmla="*/ 1920 w 3360"/>
                <a:gd name="T17" fmla="*/ 960 h 2880"/>
                <a:gd name="T18" fmla="*/ 2400 w 3360"/>
                <a:gd name="T19" fmla="*/ 960 h 2880"/>
                <a:gd name="T20" fmla="*/ 2400 w 3360"/>
                <a:gd name="T21" fmla="*/ 480 h 2880"/>
                <a:gd name="T22" fmla="*/ 2880 w 3360"/>
                <a:gd name="T23" fmla="*/ 480 h 2880"/>
                <a:gd name="T24" fmla="*/ 2880 w 3360"/>
                <a:gd name="T25" fmla="*/ 0 h 2880"/>
                <a:gd name="T26" fmla="*/ 3360 w 3360"/>
                <a:gd name="T27" fmla="*/ 0 h 28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360"/>
                <a:gd name="T43" fmla="*/ 0 h 2880"/>
                <a:gd name="T44" fmla="*/ 3360 w 3360"/>
                <a:gd name="T45" fmla="*/ 2880 h 28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360" h="2880">
                  <a:moveTo>
                    <a:pt x="0" y="2880"/>
                  </a:moveTo>
                  <a:lnTo>
                    <a:pt x="480" y="2880"/>
                  </a:lnTo>
                  <a:lnTo>
                    <a:pt x="480" y="2400"/>
                  </a:lnTo>
                  <a:lnTo>
                    <a:pt x="960" y="2400"/>
                  </a:lnTo>
                  <a:lnTo>
                    <a:pt x="960" y="1920"/>
                  </a:lnTo>
                  <a:lnTo>
                    <a:pt x="1440" y="1920"/>
                  </a:lnTo>
                  <a:lnTo>
                    <a:pt x="1440" y="1440"/>
                  </a:lnTo>
                  <a:lnTo>
                    <a:pt x="1920" y="1440"/>
                  </a:lnTo>
                  <a:lnTo>
                    <a:pt x="1920" y="960"/>
                  </a:lnTo>
                  <a:lnTo>
                    <a:pt x="2400" y="960"/>
                  </a:lnTo>
                  <a:lnTo>
                    <a:pt x="2400" y="480"/>
                  </a:lnTo>
                  <a:lnTo>
                    <a:pt x="2880" y="480"/>
                  </a:lnTo>
                  <a:lnTo>
                    <a:pt x="2880" y="0"/>
                  </a:lnTo>
                  <a:lnTo>
                    <a:pt x="3360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pt-BR" altLang="pt-BR"/>
            </a:p>
          </p:txBody>
        </p:sp>
        <p:sp>
          <p:nvSpPr>
            <p:cNvPr id="24" name="Text Box 3">
              <a:extLst>
                <a:ext uri="{FF2B5EF4-FFF2-40B4-BE49-F238E27FC236}">
                  <a16:creationId xmlns:a16="http://schemas.microsoft.com/office/drawing/2014/main" id="{069F829C-1525-B57E-265B-8ED54F7C6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4276725"/>
              <a:ext cx="387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006699"/>
                  </a:solidFill>
                </a:rPr>
                <a:t>V</a:t>
              </a:r>
            </a:p>
          </p:txBody>
        </p:sp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ACD9D6CF-ECDE-EB8F-4BE1-0FDF6BAE4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714750"/>
              <a:ext cx="5572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FF3300"/>
                  </a:solidFill>
                </a:rPr>
                <a:t>kV</a:t>
              </a:r>
            </a:p>
          </p:txBody>
        </p:sp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6320F0E2-F00A-0F95-AF63-2D9979B53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000" y="3197225"/>
              <a:ext cx="64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006699"/>
                  </a:solidFill>
                </a:rPr>
                <a:t>MV</a:t>
              </a:r>
            </a:p>
          </p:txBody>
        </p: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70B4D617-54CC-3681-8BC5-27DEA725D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538" y="5789613"/>
              <a:ext cx="573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0000CC"/>
                  </a:solidFill>
                </a:rPr>
                <a:t>nV</a:t>
              </a: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A38DB745-558E-8D0B-4E81-02C38C9A9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650" y="5268913"/>
              <a:ext cx="5635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0000CC"/>
                  </a:solidFill>
                  <a:sym typeface="Symbol" panose="05050102010706020507" pitchFamily="18" charset="2"/>
                </a:rPr>
                <a:t>V</a:t>
              </a:r>
              <a:endParaRPr lang="pt-BR" altLang="pt-BR">
                <a:solidFill>
                  <a:srgbClr val="0000CC"/>
                </a:solidFill>
              </a:endParaRP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D82BC46E-60FA-CC16-EE85-1F1B002EB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752975"/>
              <a:ext cx="658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rgbClr val="FF3300"/>
                  </a:solidFill>
                </a:rPr>
                <a:t>mV</a:t>
              </a:r>
            </a:p>
          </p:txBody>
        </p:sp>
      </p:grpSp>
      <p:sp>
        <p:nvSpPr>
          <p:cNvPr id="30" name="AutoShape 14">
            <a:extLst>
              <a:ext uri="{FF2B5EF4-FFF2-40B4-BE49-F238E27FC236}">
                <a16:creationId xmlns:a16="http://schemas.microsoft.com/office/drawing/2014/main" id="{CC4316F3-33EF-DC1A-6214-9327A891F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162" y="639260"/>
            <a:ext cx="2416175" cy="1836737"/>
          </a:xfrm>
          <a:prstGeom prst="cloudCallout">
            <a:avLst>
              <a:gd name="adj1" fmla="val 52296"/>
              <a:gd name="adj2" fmla="val 67282"/>
            </a:avLst>
          </a:prstGeom>
          <a:solidFill>
            <a:srgbClr val="006699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Para descer um</a:t>
            </a:r>
          </a:p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degrau, caminhe com</a:t>
            </a:r>
          </a:p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a vírgula</a:t>
            </a:r>
          </a:p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3 casas à direita</a:t>
            </a:r>
          </a:p>
        </p:txBody>
      </p:sp>
      <p:sp>
        <p:nvSpPr>
          <p:cNvPr id="31" name="AutoShape 15">
            <a:extLst>
              <a:ext uri="{FF2B5EF4-FFF2-40B4-BE49-F238E27FC236}">
                <a16:creationId xmlns:a16="http://schemas.microsoft.com/office/drawing/2014/main" id="{8032292B-A8C9-BC0B-C3E5-2554016A2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1273" y="4606213"/>
            <a:ext cx="2416175" cy="1836738"/>
          </a:xfrm>
          <a:prstGeom prst="cloudCallout">
            <a:avLst>
              <a:gd name="adj1" fmla="val -57269"/>
              <a:gd name="adj2" fmla="val -62694"/>
            </a:avLst>
          </a:prstGeom>
          <a:solidFill>
            <a:srgbClr val="006699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Para subir um</a:t>
            </a:r>
          </a:p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degrau, caminhe com</a:t>
            </a:r>
          </a:p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a vírgula</a:t>
            </a:r>
          </a:p>
          <a:p>
            <a:pPr algn="ctr"/>
            <a:r>
              <a:rPr lang="pt-BR" altLang="pt-BR" sz="1400" dirty="0">
                <a:solidFill>
                  <a:srgbClr val="FFFFFF"/>
                </a:solidFill>
              </a:rPr>
              <a:t>3 casas à esquerda</a:t>
            </a:r>
          </a:p>
        </p:txBody>
      </p:sp>
    </p:spTree>
    <p:extLst>
      <p:ext uri="{BB962C8B-B14F-4D97-AF65-F5344CB8AC3E}">
        <p14:creationId xmlns:p14="http://schemas.microsoft.com/office/powerpoint/2010/main" val="1303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4" grpId="0" animBg="1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3" grpId="0" animBg="1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  <p:bldP spid="30" grpId="0" animBg="1" autoUpdateAnimBg="0"/>
      <p:bldP spid="3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EF5C5-FE9C-1D9C-44C3-671C489D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8EB5F1-E7AB-CD0D-7424-7C866E2C4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BAC3239-27B0-F03D-F857-4CEF3F889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636210"/>
              </p:ext>
            </p:extLst>
          </p:nvPr>
        </p:nvGraphicFramePr>
        <p:xfrm>
          <a:off x="290472" y="2468722"/>
          <a:ext cx="11611056" cy="1920556"/>
        </p:xfrm>
        <a:graphic>
          <a:graphicData uri="http://schemas.openxmlformats.org/drawingml/2006/table">
            <a:tbl>
              <a:tblPr/>
              <a:tblGrid>
                <a:gridCol w="483794">
                  <a:extLst>
                    <a:ext uri="{9D8B030D-6E8A-4147-A177-3AD203B41FA5}">
                      <a16:colId xmlns:a16="http://schemas.microsoft.com/office/drawing/2014/main" val="1115980170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630120022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18661050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26047394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83491226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79329554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680300823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065604747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20163258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47934257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13030790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47940855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707883076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13928579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75869261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92618323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14003082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50113133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865411812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495537815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956237557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83646598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86549338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757440879"/>
                    </a:ext>
                  </a:extLst>
                </a:gridCol>
              </a:tblGrid>
              <a:tr h="49965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pt-BR" sz="2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Unidade</a:t>
                      </a:r>
                    </a:p>
                  </a:txBody>
                  <a:tcPr marL="6846" marR="6846" marT="6846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µ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57473"/>
                  </a:ext>
                </a:extLst>
              </a:tr>
              <a:tr h="49965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Giga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Mega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kilo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81868"/>
                  </a:ext>
                </a:extLst>
              </a:tr>
              <a:tr h="904992"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8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32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EF5C5-FE9C-1D9C-44C3-671C489D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8EB5F1-E7AB-CD0D-7424-7C866E2C4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0,020kA: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BAC3239-27B0-F03D-F857-4CEF3F889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128990"/>
              </p:ext>
            </p:extLst>
          </p:nvPr>
        </p:nvGraphicFramePr>
        <p:xfrm>
          <a:off x="290472" y="2952925"/>
          <a:ext cx="11611056" cy="1920556"/>
        </p:xfrm>
        <a:graphic>
          <a:graphicData uri="http://schemas.openxmlformats.org/drawingml/2006/table">
            <a:tbl>
              <a:tblPr/>
              <a:tblGrid>
                <a:gridCol w="483794">
                  <a:extLst>
                    <a:ext uri="{9D8B030D-6E8A-4147-A177-3AD203B41FA5}">
                      <a16:colId xmlns:a16="http://schemas.microsoft.com/office/drawing/2014/main" val="1115980170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630120022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18661050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26047394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83491226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79329554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680300823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065604747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20163258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47934257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13030790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47940855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707883076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13928579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75869261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92618323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14003082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50113133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865411812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495537815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956237557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83646598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86549338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757440879"/>
                    </a:ext>
                  </a:extLst>
                </a:gridCol>
              </a:tblGrid>
              <a:tr h="49965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pt-BR" sz="2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Unidade</a:t>
                      </a:r>
                    </a:p>
                  </a:txBody>
                  <a:tcPr marL="6846" marR="6846" marT="6846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57473"/>
                  </a:ext>
                </a:extLst>
              </a:tr>
              <a:tr h="49965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Giga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Mega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kilo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81868"/>
                  </a:ext>
                </a:extLst>
              </a:tr>
              <a:tr h="904992"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8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063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4E624-43F1-8ECB-14D9-86A2A2976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309" y="89556"/>
            <a:ext cx="10515600" cy="624427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25404F-429F-330A-65D0-380844AF6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309" y="401769"/>
            <a:ext cx="10515600" cy="4086225"/>
          </a:xfrm>
        </p:spPr>
        <p:txBody>
          <a:bodyPr>
            <a:normAutofit/>
          </a:bodyPr>
          <a:lstStyle/>
          <a:p>
            <a:r>
              <a:rPr lang="pt-BR" dirty="0"/>
              <a:t>1) Utilize notação científica para melhorar a escrita dos seguintes valores: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1300mA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1250000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pt-BR" dirty="0"/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4580V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0,00012A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0,015mA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0,01k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pt-BR" dirty="0"/>
          </a:p>
          <a:p>
            <a:pPr marL="514350" indent="-514350">
              <a:buFont typeface="+mj-lt"/>
              <a:buAutoNum type="alphaLcParenR"/>
            </a:pPr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BAC3239-27B0-F03D-F857-4CEF3F889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303166"/>
              </p:ext>
            </p:extLst>
          </p:nvPr>
        </p:nvGraphicFramePr>
        <p:xfrm>
          <a:off x="102581" y="4487994"/>
          <a:ext cx="11611056" cy="1920556"/>
        </p:xfrm>
        <a:graphic>
          <a:graphicData uri="http://schemas.openxmlformats.org/drawingml/2006/table">
            <a:tbl>
              <a:tblPr/>
              <a:tblGrid>
                <a:gridCol w="483794">
                  <a:extLst>
                    <a:ext uri="{9D8B030D-6E8A-4147-A177-3AD203B41FA5}">
                      <a16:colId xmlns:a16="http://schemas.microsoft.com/office/drawing/2014/main" val="1115980170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630120022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18661050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26047394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83491226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79329554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680300823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065604747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20163258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47934257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13030790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47940855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707883076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139285798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75869261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92618323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14003082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50113133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865411812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495537815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956237557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836465984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86549338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2757440879"/>
                    </a:ext>
                  </a:extLst>
                </a:gridCol>
              </a:tblGrid>
              <a:tr h="49965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pt-BR" sz="2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Unidade</a:t>
                      </a:r>
                    </a:p>
                  </a:txBody>
                  <a:tcPr marL="6846" marR="6846" marT="6846" marB="0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µ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57473"/>
                  </a:ext>
                </a:extLst>
              </a:tr>
              <a:tr h="49965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Giga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Mega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kilo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pico</a:t>
                      </a: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81868"/>
                  </a:ext>
                </a:extLst>
              </a:tr>
              <a:tr h="904992"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6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46" marR="6846" marT="6846" marB="0" anchor="b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08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226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SES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I2016" id="{ED298951-E168-472F-AE84-68E340594810}" vid="{F618B63D-33D8-4562-85F0-BA00DC24ED7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SESI2016</Template>
  <TotalTime>838</TotalTime>
  <Words>290</Words>
  <Application>Microsoft Office PowerPoint</Application>
  <PresentationFormat>Widescreen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Symbol</vt:lpstr>
      <vt:lpstr>Times New Roman</vt:lpstr>
      <vt:lpstr>Tema do Office SESI</vt:lpstr>
      <vt:lpstr>Apresentação do PowerPoint</vt:lpstr>
      <vt:lpstr>Fundamentos de Eletrônica Aplicada</vt:lpstr>
      <vt:lpstr>Resumão</vt:lpstr>
      <vt:lpstr>Apresentação do PowerPoint</vt:lpstr>
      <vt:lpstr>Apresentação do PowerPoint</vt:lpstr>
      <vt:lpstr>Resistores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Notação Científica</vt:lpstr>
      <vt:lpstr>Apresentação do PowerPoint</vt:lpstr>
      <vt:lpstr>Apresentação do PowerPoint</vt:lpstr>
      <vt:lpstr>Apresentação do PowerPoint</vt:lpstr>
      <vt:lpstr>Apresentação do PowerPoint</vt:lpstr>
      <vt:lpstr>Exemplo</vt:lpstr>
      <vt:lpstr>Exercícios</vt:lpstr>
    </vt:vector>
  </TitlesOfParts>
  <Company>Sistema FIESC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Pabulo Felipe Ciarnoscki</dc:creator>
  <cp:lastModifiedBy>Pábulo Felipe Ciarnoscki</cp:lastModifiedBy>
  <cp:revision>59</cp:revision>
  <dcterms:created xsi:type="dcterms:W3CDTF">2016-04-20T20:34:55Z</dcterms:created>
  <dcterms:modified xsi:type="dcterms:W3CDTF">2025-03-20T01:15:51Z</dcterms:modified>
</cp:coreProperties>
</file>